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E5E45-D19D-B01B-AAAC-0AEE13A12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74B673-980F-A026-4FB1-293AC9068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65C6E-4837-DC64-C4CE-B74145D7A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7D96D-C396-5589-5B1A-497F1660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3DB87-D0B6-272E-5054-FF0F8D780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91121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D459A-6AD0-46FC-750D-93099AA16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B715-274A-71E1-79B6-334C0E2F5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E564D-7429-5AD0-6F76-E08239D3E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0084-F6FA-FF4F-3A2D-E847539F9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51306-0FA5-2F4E-E2A3-754C56CF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9140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DFAA-827B-57F0-FF72-D461F89DC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449998-D212-8712-DCEC-D069F5C5C5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52435C-680F-E9E4-3EFD-64FDB77B5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A0632-24C4-E43E-877F-B2C3A05C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2E0EF5-8CAC-7AE9-5FF9-18FC074F0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889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7456-C680-2764-1B6F-670D96D04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E2CF6-D1DA-A7E7-C306-D5BB45F285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2660E-2DA0-0E95-4C97-A345A5BF3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9757E-E390-6D1C-E0CE-2F86044E4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F2FAE-1C2F-FC20-7FEA-74B47C72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835A3-8E75-066B-B940-6B92E278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822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88311-F3D4-4F47-EBE3-37ED0B08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3EC7D-1DDA-D915-A0EB-E28FE032A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66CBA-E1E1-12FA-AC90-F0CA28EBA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659D48-7A7D-6B7D-0581-4DD9AF48F5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A03907-4B7F-C79E-2841-42ABFB96C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AB00D6-E3D2-0698-AD9F-48163C25B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DEDBD9-75E6-6D4B-E09E-4A54BE800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AF4827-E2E0-BF33-B0D4-33717EF74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8372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FD79-CFBA-4F3E-12FC-F7FF84581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64AFB-40A5-2737-FB2F-00C93704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2DF46-6591-7C4F-6AAC-FC3FCEA4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834A53-0203-3AD4-6F57-BF1F31BD8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3343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7B2D30-23FB-1129-8278-549DC6A3F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206D5-48B1-9E44-747C-4C6B5747D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287C7-C862-5279-2032-ED243832C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9170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6F087-8DA7-1BC5-D923-A0D27D35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02635-45BA-A41D-D3EA-EFC5E95A97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30431-F826-F92B-E1FB-F00068248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C86D8A-8225-33A6-C5AD-F0004C252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0160E2-1B24-B60F-ED90-29380B628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3DB55-9D12-6E1B-49B5-8C42585D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943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2470-1630-F3AE-A176-8F9A1CBF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D1B3E7-10F2-086F-3384-7F13C1C030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C1CB38-056A-D0A9-0D7E-86A48D0334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3883FF-A1C9-FA01-B86C-9B709D5A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4B435-A7E5-82AC-A13E-915766A1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1380AB-F9E6-A4E6-0E5D-B1F76C89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741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542BC-781E-74EB-74EC-F484C100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661F5-FAFF-6E78-2399-68B4D2F8D8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47F3C7-0313-08A8-A003-32C58865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2120D-5C4B-058A-4A88-0A31C355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0FE06-305A-3939-0B24-4EDB6ABB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7059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F43C7-FC6E-0D8A-1D47-1D12F935A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EF5EFD-DFB9-7C5D-F62E-F028E6A7D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5A7F9-E622-F88E-78BB-8DD43A431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B245-EAC5-FF85-ED38-38823C132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C461C5-7131-6A3C-CB89-009E30D2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33208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07211-EFCE-F909-11D7-70BDB38B4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81A1A-6C15-877C-1A8F-59DA2D2DE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89C6C-6830-599D-EC83-C88B649DA7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F086-44AA-488F-956E-0E562BDC98E5}" type="datetimeFigureOut">
              <a:rPr lang="ro-RO" smtClean="0"/>
              <a:t>27.09.2026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97A86-2706-6E6E-47E4-717E34B21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DBC59-C189-D7AA-5256-640B3B980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85EAE-2316-4008-89B9-9B077BD0D9B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585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77DF-6C8E-5BCA-D8F4-0B56EA203F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o-RO"/>
              <a:t>Sistemul solar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24BD17-BE40-FD7E-A61D-BC6C7386D1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/>
              <a:t>Ana Pop, clasa a VI-a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28898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175A-DF67-16B7-1BB2-90D544BDD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Ce reținem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87EBCA-ED7C-767A-1A2B-1AE59A94A27E}"/>
              </a:ext>
            </a:extLst>
          </p:cNvPr>
          <p:cNvSpPr txBox="1"/>
          <p:nvPr/>
        </p:nvSpPr>
        <p:spPr>
          <a:xfrm>
            <a:off x="841248" y="2057400"/>
            <a:ext cx="853440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pt-BR" sz="2400"/>
              <a:t>Soarele e o stea.</a:t>
            </a:r>
          </a:p>
          <a:p>
            <a:r>
              <a:rPr lang="pt-BR" sz="2400"/>
              <a:t>Planetele se rotesc în jurul Soarelui.</a:t>
            </a:r>
            <a:endParaRPr lang="ro-RO" sz="2400"/>
          </a:p>
        </p:txBody>
      </p:sp>
    </p:spTree>
    <p:extLst>
      <p:ext uri="{BB962C8B-B14F-4D97-AF65-F5344CB8AC3E}">
        <p14:creationId xmlns:p14="http://schemas.microsoft.com/office/powerpoint/2010/main" val="4051037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0B21E-9299-792A-8066-99C58DB2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Cuprins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54111-439F-31CD-7BC7-96D7B2987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/>
              <a:t>Soarele</a:t>
            </a:r>
          </a:p>
          <a:p>
            <a:r>
              <a:rPr lang="pt-BR"/>
              <a:t>Planetele</a:t>
            </a:r>
          </a:p>
          <a:p>
            <a:r>
              <a:rPr lang="pt-BR"/>
              <a:t>Luna</a:t>
            </a:r>
          </a:p>
          <a:p>
            <a:r>
              <a:rPr lang="pt-BR"/>
              <a:t>Ce reținem</a:t>
            </a:r>
            <a:endParaRPr lang="ro-RO"/>
          </a:p>
        </p:txBody>
      </p:sp>
      <p:sp>
        <p:nvSpPr>
          <p:cNvPr id="4" name="Sageata">
            <a:extLst>
              <a:ext uri="{FF2B5EF4-FFF2-40B4-BE49-F238E27FC236}">
                <a16:creationId xmlns:a16="http://schemas.microsoft.com/office/drawing/2014/main" id="{FCBA5E0F-5B73-BD11-7120-2752B6614F94}"/>
              </a:ext>
            </a:extLst>
          </p:cNvPr>
          <p:cNvSpPr/>
          <p:nvPr/>
        </p:nvSpPr>
        <p:spPr>
          <a:xfrm>
            <a:off x="8534400" y="4114800"/>
            <a:ext cx="1901952" cy="10149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5799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9117B-AF89-3855-5403-09DC576D9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Soarele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EEF93-E861-D6E7-0086-3335FD2209F4}"/>
              </a:ext>
            </a:extLst>
          </p:cNvPr>
          <p:cNvSpPr txBox="1"/>
          <p:nvPr/>
        </p:nvSpPr>
        <p:spPr>
          <a:xfrm>
            <a:off x="841248" y="2057400"/>
            <a:ext cx="4389120" cy="8309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it-IT" sz="2400"/>
              <a:t>Steaua din centrul</a:t>
            </a:r>
          </a:p>
          <a:p>
            <a:r>
              <a:rPr lang="it-IT" sz="2400"/>
              <a:t>Sistemului solar</a:t>
            </a:r>
            <a:endParaRPr lang="ro-RO" sz="2400"/>
          </a:p>
        </p:txBody>
      </p:sp>
      <p:pic>
        <p:nvPicPr>
          <p:cNvPr id="5" name="Soarele (imagine)">
            <a:extLst>
              <a:ext uri="{FF2B5EF4-FFF2-40B4-BE49-F238E27FC236}">
                <a16:creationId xmlns:a16="http://schemas.microsoft.com/office/drawing/2014/main" id="{2F7655AB-1765-E3B1-4BF8-754ABA1E7D3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" y="1851660"/>
            <a:ext cx="3175000" cy="3175000"/>
          </a:xfrm>
          <a:prstGeom prst="rect">
            <a:avLst/>
          </a:prstGeom>
        </p:spPr>
      </p:pic>
      <p:sp>
        <p:nvSpPr>
          <p:cNvPr id="6" name="Steaua">
            <a:extLst>
              <a:ext uri="{FF2B5EF4-FFF2-40B4-BE49-F238E27FC236}">
                <a16:creationId xmlns:a16="http://schemas.microsoft.com/office/drawing/2014/main" id="{A9F7733A-9D18-36FC-8C81-E180882FBDC2}"/>
              </a:ext>
            </a:extLst>
          </p:cNvPr>
          <p:cNvSpPr/>
          <p:nvPr/>
        </p:nvSpPr>
        <p:spPr>
          <a:xfrm>
            <a:off x="10972800" y="205740"/>
            <a:ext cx="914400" cy="914171"/>
          </a:xfrm>
          <a:prstGeom prst="star5">
            <a:avLst/>
          </a:prstGeom>
          <a:solidFill>
            <a:srgbClr val="FFC000"/>
          </a:solidFill>
          <a:ln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58661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E1D2A-1E3B-514D-C158-E560FA96A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Pisica mea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883549-5B79-84D7-6DC6-0655610C7537}"/>
              </a:ext>
            </a:extLst>
          </p:cNvPr>
          <p:cNvSpPr txBox="1"/>
          <p:nvPr/>
        </p:nvSpPr>
        <p:spPr>
          <a:xfrm>
            <a:off x="841248" y="2057400"/>
            <a:ext cx="6096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o-RO" sz="2400"/>
              <a:t>Mia doarme toată ziua.</a:t>
            </a:r>
          </a:p>
        </p:txBody>
      </p:sp>
    </p:spTree>
    <p:extLst>
      <p:ext uri="{BB962C8B-B14F-4D97-AF65-F5344CB8AC3E}">
        <p14:creationId xmlns:p14="http://schemas.microsoft.com/office/powerpoint/2010/main" val="4063313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55F8A-6058-84E2-3A3E-D1EB76168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Planetele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21007-EAAB-33F6-D736-B134BAAA01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894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Sistemul solar</vt:lpstr>
      <vt:lpstr>Ce reținem</vt:lpstr>
      <vt:lpstr>Cuprins</vt:lpstr>
      <vt:lpstr>Soarele</vt:lpstr>
      <vt:lpstr>Pisica mea</vt:lpstr>
      <vt:lpstr>Planetele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Lica Gurlan</dc:creator>
  <cp:lastModifiedBy>Lica Gurlan</cp:lastModifiedBy>
  <cp:revision>1</cp:revision>
  <dcterms:created xsi:type="dcterms:W3CDTF">2026-09-27T14:12:21Z</dcterms:created>
  <dcterms:modified xsi:type="dcterms:W3CDTF">2026-09-27T14:12:21Z</dcterms:modified>
</cp:coreProperties>
</file>