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7D32C-DD29-FBE3-0563-23A4704084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D10EF0-26C6-59A2-75D1-6A9E1CC012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2F228-F11D-14F6-B5DF-4F0255319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9468-299C-480B-BA0F-FC343A78F19C}" type="datetimeFigureOut">
              <a:rPr lang="ro-RO" smtClean="0"/>
              <a:t>27.09.2026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2CB1D-CB5D-480B-F6E8-22DED4550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905DE-6E43-978C-5CF8-C949FA4EA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B8642-A83F-43EF-A0D5-CEB01A29ED6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17123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380AB-63B5-8528-3171-805E842E0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23767-76DE-6EC3-304D-97BD7CFF6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7A2C7-A2A0-07B2-5D61-91D95958B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9468-299C-480B-BA0F-FC343A78F19C}" type="datetimeFigureOut">
              <a:rPr lang="ro-RO" smtClean="0"/>
              <a:t>27.09.2026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81DBB-FB7A-4061-693D-47214DFD5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26D03A-FC7C-E133-7DA0-D27231D65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B8642-A83F-43EF-A0D5-CEB01A29ED6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30078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8D3BD-1628-F8E1-6AA0-D641214BD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5A3619-9904-BB37-9710-C53DB2048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200F5-42D4-231E-7F76-C343FD24C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9468-299C-480B-BA0F-FC343A78F19C}" type="datetimeFigureOut">
              <a:rPr lang="ro-RO" smtClean="0"/>
              <a:t>27.09.2026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4D085-21B3-A9D5-8C65-2C026FB84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05196-C7BF-267B-5A51-A0D533502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B8642-A83F-43EF-A0D5-CEB01A29ED6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20806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1EF50-E473-4E18-29E2-DEC633033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1E64B-34AB-22AB-9C8A-0BEC06EE03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035363-0902-D35C-F3BE-2B9FC8BC27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B4F4B2-A886-7F91-CDD6-A0EB91C8A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9468-299C-480B-BA0F-FC343A78F19C}" type="datetimeFigureOut">
              <a:rPr lang="ro-RO" smtClean="0"/>
              <a:t>27.09.2026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F946CD-349B-F045-6765-3D9E4FF8A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1BFBEF-216F-256F-D6A3-0E15D441D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B8642-A83F-43EF-A0D5-CEB01A29ED6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26360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87FBB-7AE1-8751-C676-63ED49005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EF882B-C256-09B5-4911-045309E75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FF5B47-4D0B-7266-F2CF-E0B47D354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5ED9D0-1B16-531B-56FC-201688C6E1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635D9B-B8A8-7F10-DA37-5DC2C7C50C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A66A1F-B951-C309-D682-37CC0430A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9468-299C-480B-BA0F-FC343A78F19C}" type="datetimeFigureOut">
              <a:rPr lang="ro-RO" smtClean="0"/>
              <a:t>27.09.2026</a:t>
            </a:fld>
            <a:endParaRPr lang="ro-R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31F2FF-71C9-D4ED-1869-D5B3ACDC3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9E5A89-3B2D-2250-F2A8-E3D2E5A2B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B8642-A83F-43EF-A0D5-CEB01A29ED6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19279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F8481-84D1-02DF-17BE-50629A65F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E228A3-60BD-2CE6-7FC6-DE8799B35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9468-299C-480B-BA0F-FC343A78F19C}" type="datetimeFigureOut">
              <a:rPr lang="ro-RO" smtClean="0"/>
              <a:t>27.09.2026</a:t>
            </a:fld>
            <a:endParaRPr lang="ro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5D39-3578-D91D-0F4B-3C70C790C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7A2B0-87C4-F4AC-5B51-30CEED214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B8642-A83F-43EF-A0D5-CEB01A29ED6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35132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1D7E43-D3D1-8D54-3EC5-7F49180F5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9468-299C-480B-BA0F-FC343A78F19C}" type="datetimeFigureOut">
              <a:rPr lang="ro-RO" smtClean="0"/>
              <a:t>27.09.2026</a:t>
            </a:fld>
            <a:endParaRPr lang="ro-R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DA6599-53FC-53E0-D9A1-F303600F1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72E149-F189-4817-171E-0A5A30EC7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B8642-A83F-43EF-A0D5-CEB01A29ED6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50050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D6103-1A4C-EC8F-6F98-45157FBEC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831AF-3992-58A6-6216-4731CB34B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83C18-2251-2FCD-2827-468F958E05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606EFD-D006-6BEB-89D6-3EAA05E24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9468-299C-480B-BA0F-FC343A78F19C}" type="datetimeFigureOut">
              <a:rPr lang="ro-RO" smtClean="0"/>
              <a:t>27.09.2026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8B5463-76E2-F468-5EF3-043C3C45F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C38275-B7C5-5E08-F3F0-32081E422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B8642-A83F-43EF-A0D5-CEB01A29ED6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1064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740F4-AE6C-D95A-CBAB-D61D98B8B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912C22-1E80-2C23-725B-6615A5BDD5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3AF72D-F605-87B1-70F7-CF11DE6E85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A03EE-A745-AD54-D4A6-11B3BFE4B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9468-299C-480B-BA0F-FC343A78F19C}" type="datetimeFigureOut">
              <a:rPr lang="ro-RO" smtClean="0"/>
              <a:t>27.09.2026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A341D-4B5B-FA9D-14C1-BAA665996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9BBE4-049E-DADD-E95B-FC6C59CB9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B8642-A83F-43EF-A0D5-CEB01A29ED6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20130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C12BB-2712-98C1-DECA-209BBEE86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BA8CA4-F703-E1C8-3D16-2D6C65A73C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166F5-D85C-FA4C-0328-5D451929A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9468-299C-480B-BA0F-FC343A78F19C}" type="datetimeFigureOut">
              <a:rPr lang="ro-RO" smtClean="0"/>
              <a:t>27.09.2026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4BB40-1985-F1C8-2A70-30A1A58D8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3FD60-9849-2273-0137-E5C904DAA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B8642-A83F-43EF-A0D5-CEB01A29ED6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29885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54F559-A8D8-25FF-09C7-F643FDB34B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4C7349-3DB2-6DD2-6724-53CC44BDC4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19249-BC8A-1D09-1823-5B0F9695B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9468-299C-480B-BA0F-FC343A78F19C}" type="datetimeFigureOut">
              <a:rPr lang="ro-RO" smtClean="0"/>
              <a:t>27.09.2026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E6FF1-92B6-6FA1-6746-F00B81695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42FB0-8B6B-0900-E55F-EE6F6E24E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B8642-A83F-43EF-A0D5-CEB01A29ED6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05313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7E1790-73D4-EB36-C1A5-B46E6C682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DD5A39-5FD3-9D23-C1EE-84FFA5AAE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BFDC4-DBCA-3DF1-ABAE-682796248B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49468-299C-480B-BA0F-FC343A78F19C}" type="datetimeFigureOut">
              <a:rPr lang="ro-RO" smtClean="0"/>
              <a:t>27.09.2026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1D1AE-7E69-EBEA-40D1-E0986052DA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73C46-6EC2-D314-A21B-D86D649C76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3B8642-A83F-43EF-A0D5-CEB01A29ED6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3203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2219F-41BA-A0F9-F910-CB0B37B8A4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o-RO"/>
              <a:t>Ciclul apei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E7555F-FEEA-D86F-2109-471E894DA0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/>
              <a:t>Ana Pop, clasa a VI-a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726649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5C31B-ABB8-F265-2807-C14BE5573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Cum circulă apa</a:t>
            </a:r>
          </a:p>
        </p:txBody>
      </p:sp>
      <p:sp>
        <p:nvSpPr>
          <p:cNvPr id="3" name="Etapa 1">
            <a:extLst>
              <a:ext uri="{FF2B5EF4-FFF2-40B4-BE49-F238E27FC236}">
                <a16:creationId xmlns:a16="http://schemas.microsoft.com/office/drawing/2014/main" id="{A49F8FDE-7C60-A36C-F259-5BAABF2CF512}"/>
              </a:ext>
            </a:extLst>
          </p:cNvPr>
          <p:cNvSpPr txBox="1"/>
          <p:nvPr/>
        </p:nvSpPr>
        <p:spPr>
          <a:xfrm>
            <a:off x="853440" y="2057400"/>
            <a:ext cx="6096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o-RO" sz="2800"/>
              <a:t>1. Apa se evaporă</a:t>
            </a:r>
          </a:p>
        </p:txBody>
      </p:sp>
      <p:sp>
        <p:nvSpPr>
          <p:cNvPr id="4" name="Etapa 2">
            <a:extLst>
              <a:ext uri="{FF2B5EF4-FFF2-40B4-BE49-F238E27FC236}">
                <a16:creationId xmlns:a16="http://schemas.microsoft.com/office/drawing/2014/main" id="{F5025D00-703E-46F8-ED66-ADD96C3AB6D2}"/>
              </a:ext>
            </a:extLst>
          </p:cNvPr>
          <p:cNvSpPr txBox="1"/>
          <p:nvPr/>
        </p:nvSpPr>
        <p:spPr>
          <a:xfrm>
            <a:off x="853440" y="3154680"/>
            <a:ext cx="6096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o-RO" sz="2800"/>
              <a:t>2. Se formează norii</a:t>
            </a:r>
          </a:p>
        </p:txBody>
      </p:sp>
      <p:sp>
        <p:nvSpPr>
          <p:cNvPr id="5" name="Etapa 3">
            <a:extLst>
              <a:ext uri="{FF2B5EF4-FFF2-40B4-BE49-F238E27FC236}">
                <a16:creationId xmlns:a16="http://schemas.microsoft.com/office/drawing/2014/main" id="{5C229214-B224-1C7D-4325-ED68200EC8D2}"/>
              </a:ext>
            </a:extLst>
          </p:cNvPr>
          <p:cNvSpPr txBox="1"/>
          <p:nvPr/>
        </p:nvSpPr>
        <p:spPr>
          <a:xfrm>
            <a:off x="853440" y="4251960"/>
            <a:ext cx="6096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o-RO" sz="2800"/>
              <a:t>3. Plouă</a:t>
            </a:r>
          </a:p>
        </p:txBody>
      </p:sp>
      <p:pic>
        <p:nvPicPr>
          <p:cNvPr id="7" name="Soarele">
            <a:extLst>
              <a:ext uri="{FF2B5EF4-FFF2-40B4-BE49-F238E27FC236}">
                <a16:creationId xmlns:a16="http://schemas.microsoft.com/office/drawing/2014/main" id="{97C6BF1F-EF39-4EB3-D477-4794CA685EE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0560" y="1783080"/>
            <a:ext cx="2682240" cy="268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5063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34676-A3FE-C154-63B2-927762E41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Ghicitoare</a:t>
            </a:r>
          </a:p>
        </p:txBody>
      </p:sp>
      <p:sp>
        <p:nvSpPr>
          <p:cNvPr id="3" name="Intrebarea">
            <a:extLst>
              <a:ext uri="{FF2B5EF4-FFF2-40B4-BE49-F238E27FC236}">
                <a16:creationId xmlns:a16="http://schemas.microsoft.com/office/drawing/2014/main" id="{461EB049-55DB-F2C5-2C74-04841D210DA3}"/>
              </a:ext>
            </a:extLst>
          </p:cNvPr>
          <p:cNvSpPr txBox="1"/>
          <p:nvPr/>
        </p:nvSpPr>
        <p:spPr>
          <a:xfrm>
            <a:off x="853440" y="2057400"/>
            <a:ext cx="6096000" cy="156966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o-RO" sz="3200"/>
              <a:t>Zboară fără aripi,</a:t>
            </a:r>
          </a:p>
          <a:p>
            <a:r>
              <a:rPr lang="ro-RO" sz="3200"/>
              <a:t>plânge fără ochi.</a:t>
            </a:r>
          </a:p>
          <a:p>
            <a:r>
              <a:rPr lang="ro-RO" sz="3200"/>
              <a:t>Ce este?</a:t>
            </a:r>
          </a:p>
        </p:txBody>
      </p:sp>
      <p:sp>
        <p:nvSpPr>
          <p:cNvPr id="4" name="Raspunsul">
            <a:extLst>
              <a:ext uri="{FF2B5EF4-FFF2-40B4-BE49-F238E27FC236}">
                <a16:creationId xmlns:a16="http://schemas.microsoft.com/office/drawing/2014/main" id="{0CCD79D8-C637-345E-DE0E-06CF4159276A}"/>
              </a:ext>
            </a:extLst>
          </p:cNvPr>
          <p:cNvSpPr txBox="1"/>
          <p:nvPr/>
        </p:nvSpPr>
        <p:spPr>
          <a:xfrm>
            <a:off x="7315200" y="4251960"/>
            <a:ext cx="36576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o-RO" sz="4400"/>
              <a:t>Norul!</a:t>
            </a:r>
          </a:p>
        </p:txBody>
      </p:sp>
    </p:spTree>
    <p:extLst>
      <p:ext uri="{BB962C8B-B14F-4D97-AF65-F5344CB8AC3E}">
        <p14:creationId xmlns:p14="http://schemas.microsoft.com/office/powerpoint/2010/main" val="6039630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:cover/>
      </p:transition>
    </mc:Choice>
    <mc:Fallback>
      <p:transition spd="slow">
        <p:cover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9AB66-6FC2-382C-2C19-83835CF59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De ce e importantă apa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37358-E2B4-AC98-F7CF-EA66D2319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Bem apă în fiecare zi</a:t>
            </a:r>
          </a:p>
          <a:p>
            <a:r>
              <a:rPr lang="ro-RO"/>
              <a:t>Plantele au nevoie de apă</a:t>
            </a:r>
          </a:p>
          <a:p>
            <a:r>
              <a:rPr lang="ro-RO"/>
              <a:t>Peștii trăiesc în apă</a:t>
            </a:r>
          </a:p>
        </p:txBody>
      </p:sp>
    </p:spTree>
    <p:extLst>
      <p:ext uri="{BB962C8B-B14F-4D97-AF65-F5344CB8AC3E}">
        <p14:creationId xmlns:p14="http://schemas.microsoft.com/office/powerpoint/2010/main" val="31203337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randomBar dir="vert"/>
      </p:transition>
    </mc:Choice>
    <mc:Fallback>
      <p:transition spd="slow">
        <p:randomBar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E12B3-BA26-1759-8E1C-749542BC1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Surse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BEEA8-A89F-5EEB-3743-D205A6590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Manualul de Științe ale naturii</a:t>
            </a:r>
          </a:p>
          <a:p>
            <a:r>
              <a:rPr lang="ro-RO"/>
              <a:t>ro.wikipedia.org, articolul „Ciclul apei”</a:t>
            </a:r>
          </a:p>
        </p:txBody>
      </p:sp>
    </p:spTree>
    <p:extLst>
      <p:ext uri="{BB962C8B-B14F-4D97-AF65-F5344CB8AC3E}">
        <p14:creationId xmlns:p14="http://schemas.microsoft.com/office/powerpoint/2010/main" val="1577904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Ciclul apei</vt:lpstr>
      <vt:lpstr>Cum circulă apa</vt:lpstr>
      <vt:lpstr>Ghicitoare</vt:lpstr>
      <vt:lpstr>De ce e importantă apa</vt:lpstr>
      <vt:lpstr>Surse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2026-09-27T16:25:32Z</dcterms:created>
  <dcterms:modified xsi:type="dcterms:W3CDTF">2026-09-27T16:25:32Z</dcterms:modified>
</cp:coreProperties>
</file>