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Fișa lecției 12: parole și un profil fals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Toate parolele și persoanele de aici sunt inventate. Nu scrie aici parola ta adevărată.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Zece parole inventate: e puternică?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046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474720"/>
              </a:tblGrid>
              <a:tr h="465512">
                <a:tc>
                  <a:txBody>
                    <a:bodyPr/>
                    <a:lstStyle/>
                    <a:p>
                      <a:r>
                        <a:rPr sz="1800"/>
                        <a:t>Parola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Puternică? (da / nu)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soare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Cana8#Pod!Vulpe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darius2013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123456789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Ceas3?Lup#Fereastra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Mo7!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bicicletarosiecuclopotel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Parola2026!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800"/>
                        <a:t>Melc5!Nor?Trompeta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800"/>
                        <a:t>Ploaie9#Cartof!Vis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Profilul inventat „Tudor_Pro13”: ce semne vezi?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/>
              <a:t>Tudor_Pro13 · membru de 2 zile</a:t>
            </a:r>
          </a:p>
          <a:p>
            <a:r>
              <a:rPr sz="1800"/>
              <a:t>Poze: 1 · Prieteni: 1</a:t>
            </a:r>
          </a:p>
          <a:p>
            <a:r>
              <a:rPr sz="1800"/>
              <a:t>Îmi plac jocurile cu mașini.</a:t>
            </a:r>
          </a:p>
          <a:p>
            <a:r>
              <a:rPr sz="1800"/>
              <a:t>Mesajul lui Tudor_Pro13:</a:t>
            </a:r>
          </a:p>
          <a:p>
            <a:r>
              <a:rPr sz="1800"/>
              <a:t>„Ești cel mai deștept din joc!</a:t>
            </a:r>
          </a:p>
          <a:p>
            <a:r>
              <a:rPr sz="1800"/>
              <a:t>Ai câștigat o tabletă. Scrie-mi adresa ta și parola de la joc, ca să ți-o trimit.</a:t>
            </a:r>
          </a:p>
          <a:p>
            <a:r>
              <a:rPr sz="1800"/>
              <a:t>Nu le spune părinților, e secretul nostru.”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Fișa lecției 12: parole și un profil fals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