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920F-CF13-75A1-41AB-235B58B9E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C5BB3-A318-5BB3-A3E0-2760C2F52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5F7BE-916E-5F2B-750A-A6E1B961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E6D82-5BB1-41FC-DB54-B29F01EB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0C77E-ADF1-5E9D-CF32-DE9D9697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6534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8573-79C6-AAB3-4604-FACF43AE9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BE20F-3557-249E-7F89-36EF9704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9C234-BC04-44B9-0AEA-5842D633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6AFAC-228F-198B-27FD-CFCFBCB7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B8BF8-8AE7-B2B1-6154-BCA92A8A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320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31FF-234B-7328-C3A1-24117AC0E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22B22-760B-5005-2287-DE8C0ECE7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B57C6-6465-31BB-7273-DB2DCE62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26C9C-CE6F-84C9-9229-26458955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70B9C-C4E8-E28C-77FC-40EC6945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7206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4B9F-9DB0-21B2-C2D2-B658DCA2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CAF3D-DC03-0EC8-06FF-842B2D8AD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1A187-E054-EA17-84B5-E11EBC0E7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C867B-CFA2-56F2-F210-A6D5EABC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B2B7F-44F0-D8C9-E84D-E3DB685D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A7C3D-6C31-2F08-F3C3-31C80E5F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8581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FEC18-75AF-FB74-41B9-BC8348983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94320-726F-5467-5F27-082289E06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34734-C915-E26E-F2B2-A69661091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6993C-4F35-4BC2-E3FD-1072142F5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CA9C2-8B77-0E13-EFC7-013242385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5E604-E816-0B63-ECAA-3115FCEE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AC55C-59BB-2862-DEC2-989BCA15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AB4A3-3543-B3BE-2CC3-65250462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990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1898-ECF8-8FC8-35E0-D29405E0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12C11-9ADB-9E72-B716-142DEE8D0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61727-AE4C-4C78-FB87-35ADA984A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02FB9-7003-73E8-7439-AC1632AF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95230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9EF4B-3671-53A1-5EF6-97D0DEA99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2BB9F4-FAA1-C760-5B50-06948B858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E368-1AAF-D54E-8173-64B2173C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8206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8469-9C65-6514-885C-C2E9ECCF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06067-29F3-5E89-0F2B-26CBE3C74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D3203-A711-0014-6849-FA56B1AE6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44C41-8D07-803D-563F-74E4E91D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F103E-03B2-F065-8107-AA6C007A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09DD0-56C9-78A9-2DCA-179D53A8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74460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117A-604D-19D2-0D36-9AFD00FAA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0B324-A4EE-0683-073F-0958D7E22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68E77-324E-DBAA-9788-3B0A84350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6D31A-7926-57B8-CEDC-677EC8CD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634A0-C806-5AD2-3778-E5923B29E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5BBFF-3609-2236-9603-BBE32DC0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1722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9562-04FF-6944-7DB2-16E1AA6D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CA517-CB4E-41EA-910F-9915DD8DB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FDDC-14EC-FD83-0993-D5848AA7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99322-7760-2627-7408-36B8E4B67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CE45D-6F20-07D2-D787-EF90CB27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1210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7CAC1-970F-510F-A11A-FE1EF26DB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86F85-AE97-2ADC-0F39-85B9BDE1D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11B9-DFB6-A0D6-47CD-F236CAB13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A08BB-481A-A6F3-BCAD-53C1FE17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9D3DD-2822-7D36-8B8F-AD717FEB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6428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BBF59-10E5-5877-D4D0-BB4852A0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6AA8D-98AA-5FCC-EE9A-FD4CE8741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05DD9-0AB2-297D-1090-047065A1E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6CDA-AFB7-473C-8BCA-45D2D8481453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98ECC-CD26-0944-411F-97E5A07DF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867EE-2D1C-CA79-5620-B93636EE1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6F1B8-A4C1-4B91-8035-842CF600F3C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0433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528E-AF17-1AC5-9956-4C6A90FE8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/>
              <a:t>Excursia la munte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CF220-AE15-9353-2617-7662AE7C95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/>
              <a:t>Clasa a VI-a</a:t>
            </a:r>
          </a:p>
        </p:txBody>
      </p:sp>
    </p:spTree>
    <p:extLst>
      <p:ext uri="{BB962C8B-B14F-4D97-AF65-F5344CB8AC3E}">
        <p14:creationId xmlns:p14="http://schemas.microsoft.com/office/powerpoint/2010/main" val="55465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993D-990E-F0B6-D0A1-4430E5AC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Traseul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74BE8-34A4-F760-C64C-41E62CE84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1400"/>
              <a:t>Plecăm de la școală la ora 8</a:t>
            </a:r>
          </a:p>
          <a:p>
            <a:r>
              <a:rPr lang="ro-RO" sz="1400"/>
              <a:t>Urcăm până la cabană</a:t>
            </a:r>
          </a:p>
          <a:p>
            <a:r>
              <a:rPr lang="ro-RO" sz="1400"/>
              <a:t>Coborâm la ora 17</a:t>
            </a:r>
          </a:p>
        </p:txBody>
      </p:sp>
    </p:spTree>
    <p:extLst>
      <p:ext uri="{BB962C8B-B14F-4D97-AF65-F5344CB8AC3E}">
        <p14:creationId xmlns:p14="http://schemas.microsoft.com/office/powerpoint/2010/main" val="2623528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D154-8605-BD08-2E6F-2D35BAF4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Ce punem în rucsac</a:t>
            </a:r>
          </a:p>
        </p:txBody>
      </p:sp>
      <p:sp>
        <p:nvSpPr>
          <p:cNvPr id="3" name="Caseta rucsac">
            <a:extLst>
              <a:ext uri="{FF2B5EF4-FFF2-40B4-BE49-F238E27FC236}">
                <a16:creationId xmlns:a16="http://schemas.microsoft.com/office/drawing/2014/main" id="{2E3BE9FE-3B57-CB31-7FD2-8D41FA752683}"/>
              </a:ext>
            </a:extLst>
          </p:cNvPr>
          <p:cNvSpPr txBox="1"/>
          <p:nvPr/>
        </p:nvSpPr>
        <p:spPr>
          <a:xfrm>
            <a:off x="838200" y="2057400"/>
            <a:ext cx="5334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o-RO" sz="2400">
                <a:solidFill>
                  <a:srgbClr val="FFFF00"/>
                </a:solidFill>
              </a:rPr>
              <a:t>Apă, sandvișuri</a:t>
            </a:r>
          </a:p>
          <a:p>
            <a:r>
              <a:rPr lang="ro-RO" sz="2400">
                <a:solidFill>
                  <a:srgbClr val="FFFF00"/>
                </a:solidFill>
              </a:rPr>
              <a:t>o geacă de ploaie</a:t>
            </a:r>
          </a:p>
        </p:txBody>
      </p:sp>
      <p:sp>
        <p:nvSpPr>
          <p:cNvPr id="4" name="Sageata">
            <a:extLst>
              <a:ext uri="{FF2B5EF4-FFF2-40B4-BE49-F238E27FC236}">
                <a16:creationId xmlns:a16="http://schemas.microsoft.com/office/drawing/2014/main" id="{83363CBD-B5A2-B231-37BC-441F2E55E682}"/>
              </a:ext>
            </a:extLst>
          </p:cNvPr>
          <p:cNvSpPr/>
          <p:nvPr/>
        </p:nvSpPr>
        <p:spPr>
          <a:xfrm>
            <a:off x="7315200" y="3771900"/>
            <a:ext cx="1905000" cy="1016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1930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7446-9A00-D765-5BD8-1FFDB831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Ce am învățat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3BAB-FE1D-6C69-9B47-0E476DBF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3200"/>
              <a:t>Mergem mereu în grup</a:t>
            </a:r>
          </a:p>
          <a:p>
            <a:r>
              <a:rPr lang="ro-RO" sz="3200"/>
              <a:t>Nu lăsăm gunoaie pe munte</a:t>
            </a:r>
          </a:p>
        </p:txBody>
      </p:sp>
    </p:spTree>
    <p:extLst>
      <p:ext uri="{BB962C8B-B14F-4D97-AF65-F5344CB8AC3E}">
        <p14:creationId xmlns:p14="http://schemas.microsoft.com/office/powerpoint/2010/main" val="3308223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Excursia la munte</vt:lpstr>
      <vt:lpstr>Traseul</vt:lpstr>
      <vt:lpstr>Ce punem în rucsac</vt:lpstr>
      <vt:lpstr>Ce am învățat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2026-09-27T19:42:54Z</dcterms:created>
  <dcterms:modified xsi:type="dcterms:W3CDTF">2026-09-27T19:42:54Z</dcterms:modified>
</cp:coreProperties>
</file>