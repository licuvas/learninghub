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289A35-208D-461D-9BD7-325324D26425}" type="datetimeFigureOut">
              <a:rPr lang="ro-RO" smtClean="0"/>
              <a:t>28.09.2026</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935E8-5071-40EA-87DA-9F56962A9C93}" type="slidenum">
              <a:rPr lang="ro-RO" smtClean="0"/>
              <a:t>‹#›</a:t>
            </a:fld>
            <a:endParaRPr lang="ro-RO"/>
          </a:p>
        </p:txBody>
      </p:sp>
    </p:spTree>
    <p:extLst>
      <p:ext uri="{BB962C8B-B14F-4D97-AF65-F5344CB8AC3E}">
        <p14:creationId xmlns:p14="http://schemas.microsoft.com/office/powerpoint/2010/main" val="666139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Bună ziua! Azi vă povestesc despre albine.</a:t>
            </a:r>
            <a:endParaRPr lang="ro-RO"/>
          </a:p>
        </p:txBody>
      </p:sp>
      <p:sp>
        <p:nvSpPr>
          <p:cNvPr id="4" name="Slide Number Placeholder 3"/>
          <p:cNvSpPr>
            <a:spLocks noGrp="1"/>
          </p:cNvSpPr>
          <p:nvPr>
            <p:ph type="sldNum" sz="quarter" idx="5"/>
          </p:nvPr>
        </p:nvSpPr>
        <p:spPr/>
        <p:txBody>
          <a:bodyPr/>
          <a:lstStyle/>
          <a:p>
            <a:fld id="{438935E8-5071-40EA-87DA-9F56962A9C93}" type="slidenum">
              <a:rPr lang="ro-RO" smtClean="0"/>
              <a:t>1</a:t>
            </a:fld>
            <a:endParaRPr lang="ro-RO"/>
          </a:p>
        </p:txBody>
      </p:sp>
    </p:spTree>
    <p:extLst>
      <p:ext uri="{BB962C8B-B14F-4D97-AF65-F5344CB8AC3E}">
        <p14:creationId xmlns:p14="http://schemas.microsoft.com/office/powerpoint/2010/main" val="3755614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a:t>Într-un stup trăiesc mii de albine.</a:t>
            </a:r>
          </a:p>
        </p:txBody>
      </p:sp>
      <p:sp>
        <p:nvSpPr>
          <p:cNvPr id="4" name="Slide Number Placeholder 3"/>
          <p:cNvSpPr>
            <a:spLocks noGrp="1"/>
          </p:cNvSpPr>
          <p:nvPr>
            <p:ph type="sldNum" sz="quarter" idx="5"/>
          </p:nvPr>
        </p:nvSpPr>
        <p:spPr/>
        <p:txBody>
          <a:bodyPr/>
          <a:lstStyle/>
          <a:p>
            <a:fld id="{438935E8-5071-40EA-87DA-9F56962A9C93}" type="slidenum">
              <a:rPr lang="ro-RO" smtClean="0"/>
              <a:t>2</a:t>
            </a:fld>
            <a:endParaRPr lang="ro-RO"/>
          </a:p>
        </p:txBody>
      </p:sp>
    </p:spTree>
    <p:extLst>
      <p:ext uri="{BB962C8B-B14F-4D97-AF65-F5344CB8AC3E}">
        <p14:creationId xmlns:p14="http://schemas.microsoft.com/office/powerpoint/2010/main" val="3934328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a:p>
        </p:txBody>
      </p:sp>
      <p:sp>
        <p:nvSpPr>
          <p:cNvPr id="4" name="Slide Number Placeholder 3"/>
          <p:cNvSpPr>
            <a:spLocks noGrp="1"/>
          </p:cNvSpPr>
          <p:nvPr>
            <p:ph type="sldNum" sz="quarter" idx="5"/>
          </p:nvPr>
        </p:nvSpPr>
        <p:spPr/>
        <p:txBody>
          <a:bodyPr/>
          <a:lstStyle/>
          <a:p>
            <a:fld id="{438935E8-5071-40EA-87DA-9F56962A9C93}" type="slidenum">
              <a:rPr lang="ro-RO" smtClean="0"/>
              <a:t>3</a:t>
            </a:fld>
            <a:endParaRPr lang="ro-RO"/>
          </a:p>
        </p:txBody>
      </p:sp>
    </p:spTree>
    <p:extLst>
      <p:ext uri="{BB962C8B-B14F-4D97-AF65-F5344CB8AC3E}">
        <p14:creationId xmlns:p14="http://schemas.microsoft.com/office/powerpoint/2010/main" val="1181320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a:p>
        </p:txBody>
      </p:sp>
      <p:sp>
        <p:nvSpPr>
          <p:cNvPr id="4" name="Slide Number Placeholder 3"/>
          <p:cNvSpPr>
            <a:spLocks noGrp="1"/>
          </p:cNvSpPr>
          <p:nvPr>
            <p:ph type="sldNum" sz="quarter" idx="5"/>
          </p:nvPr>
        </p:nvSpPr>
        <p:spPr/>
        <p:txBody>
          <a:bodyPr/>
          <a:lstStyle/>
          <a:p>
            <a:fld id="{438935E8-5071-40EA-87DA-9F56962A9C93}" type="slidenum">
              <a:rPr lang="ro-RO" smtClean="0"/>
              <a:t>4</a:t>
            </a:fld>
            <a:endParaRPr lang="ro-RO"/>
          </a:p>
        </p:txBody>
      </p:sp>
    </p:spTree>
    <p:extLst>
      <p:ext uri="{BB962C8B-B14F-4D97-AF65-F5344CB8AC3E}">
        <p14:creationId xmlns:p14="http://schemas.microsoft.com/office/powerpoint/2010/main" val="1773947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a:p>
        </p:txBody>
      </p:sp>
      <p:sp>
        <p:nvSpPr>
          <p:cNvPr id="4" name="Slide Number Placeholder 3"/>
          <p:cNvSpPr>
            <a:spLocks noGrp="1"/>
          </p:cNvSpPr>
          <p:nvPr>
            <p:ph type="sldNum" sz="quarter" idx="5"/>
          </p:nvPr>
        </p:nvSpPr>
        <p:spPr/>
        <p:txBody>
          <a:bodyPr/>
          <a:lstStyle/>
          <a:p>
            <a:fld id="{438935E8-5071-40EA-87DA-9F56962A9C93}" type="slidenum">
              <a:rPr lang="ro-RO" smtClean="0"/>
              <a:t>5</a:t>
            </a:fld>
            <a:endParaRPr lang="ro-RO"/>
          </a:p>
        </p:txBody>
      </p:sp>
    </p:spTree>
    <p:extLst>
      <p:ext uri="{BB962C8B-B14F-4D97-AF65-F5344CB8AC3E}">
        <p14:creationId xmlns:p14="http://schemas.microsoft.com/office/powerpoint/2010/main" val="3722826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a:t>Uitați-vă la perișorii ei: de ei se lipește polenul.</a:t>
            </a:r>
            <a:endParaRPr lang="ro-RO"/>
          </a:p>
        </p:txBody>
      </p:sp>
      <p:sp>
        <p:nvSpPr>
          <p:cNvPr id="4" name="Slide Number Placeholder 3"/>
          <p:cNvSpPr>
            <a:spLocks noGrp="1"/>
          </p:cNvSpPr>
          <p:nvPr>
            <p:ph type="sldNum" sz="quarter" idx="5"/>
          </p:nvPr>
        </p:nvSpPr>
        <p:spPr/>
        <p:txBody>
          <a:bodyPr/>
          <a:lstStyle/>
          <a:p>
            <a:fld id="{438935E8-5071-40EA-87DA-9F56962A9C93}" type="slidenum">
              <a:rPr lang="ro-RO" smtClean="0"/>
              <a:t>6</a:t>
            </a:fld>
            <a:endParaRPr lang="ro-RO"/>
          </a:p>
        </p:txBody>
      </p:sp>
    </p:spTree>
    <p:extLst>
      <p:ext uri="{BB962C8B-B14F-4D97-AF65-F5344CB8AC3E}">
        <p14:creationId xmlns:p14="http://schemas.microsoft.com/office/powerpoint/2010/main" val="1274950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a:t>Mulțumesc! Aveți întrebări? Fotografii: John Severns (albina, domeniu public) și Ibrahim Husain Meraj (baloanele, CC BY-SA 4.0), Wikimedia Commons.</a:t>
            </a:r>
          </a:p>
        </p:txBody>
      </p:sp>
      <p:sp>
        <p:nvSpPr>
          <p:cNvPr id="4" name="Slide Number Placeholder 3"/>
          <p:cNvSpPr>
            <a:spLocks noGrp="1"/>
          </p:cNvSpPr>
          <p:nvPr>
            <p:ph type="sldNum" sz="quarter" idx="5"/>
          </p:nvPr>
        </p:nvSpPr>
        <p:spPr/>
        <p:txBody>
          <a:bodyPr/>
          <a:lstStyle/>
          <a:p>
            <a:fld id="{438935E8-5071-40EA-87DA-9F56962A9C93}" type="slidenum">
              <a:rPr lang="ro-RO" smtClean="0"/>
              <a:t>7</a:t>
            </a:fld>
            <a:endParaRPr lang="ro-RO"/>
          </a:p>
        </p:txBody>
      </p:sp>
    </p:spTree>
    <p:extLst>
      <p:ext uri="{BB962C8B-B14F-4D97-AF65-F5344CB8AC3E}">
        <p14:creationId xmlns:p14="http://schemas.microsoft.com/office/powerpoint/2010/main" val="187973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EDD9B-09BA-9A19-BD2F-335AA9E73B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7F388E71-14CC-7177-471D-9BF45AE780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sp>
        <p:nvSpPr>
          <p:cNvPr id="4" name="Date Placeholder 3">
            <a:extLst>
              <a:ext uri="{FF2B5EF4-FFF2-40B4-BE49-F238E27FC236}">
                <a16:creationId xmlns:a16="http://schemas.microsoft.com/office/drawing/2014/main" id="{79BA79DB-7EE5-EB1D-E45D-027030D4D242}"/>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679743CE-728A-2736-314B-C27446BF9B90}"/>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1E116B8F-0F72-C1FD-922C-CA772C688F6F}"/>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698530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4B9F2-E1D8-790A-420A-B005367724FD}"/>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65E4DDC5-7088-51F2-2DCA-4ED6FABDC9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0EDCB49F-1DD4-FCBF-03A5-0250453BB81D}"/>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CF2761D9-9101-EB8F-ED18-F9238D0B83A2}"/>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C61D2CDE-25FC-31FF-DAC7-5820797F786F}"/>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869601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BF6E-32E9-09A9-F64E-BC9A13381F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o-RO"/>
          </a:p>
        </p:txBody>
      </p:sp>
      <p:sp>
        <p:nvSpPr>
          <p:cNvPr id="3" name="Text Placeholder 2">
            <a:extLst>
              <a:ext uri="{FF2B5EF4-FFF2-40B4-BE49-F238E27FC236}">
                <a16:creationId xmlns:a16="http://schemas.microsoft.com/office/drawing/2014/main" id="{554B64C1-8E57-A096-A766-DFFA2ADA67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937C42-4DF3-69CA-C296-FC12C239C967}"/>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2BFE3359-D4D2-FE2A-0203-0935059AD5D8}"/>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98D39359-D44D-FA39-A3A7-A836DA062E78}"/>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3329578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DD57-9680-6C32-E463-A962CF4BEF83}"/>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F96DC5DC-BF8C-9145-473E-2CAFD99136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3DC8B352-E71E-79D0-203D-C6946ACDC0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Date Placeholder 4">
            <a:extLst>
              <a:ext uri="{FF2B5EF4-FFF2-40B4-BE49-F238E27FC236}">
                <a16:creationId xmlns:a16="http://schemas.microsoft.com/office/drawing/2014/main" id="{D35C2F05-239A-F9D5-F8F9-C92B6BE804A6}"/>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6" name="Footer Placeholder 5">
            <a:extLst>
              <a:ext uri="{FF2B5EF4-FFF2-40B4-BE49-F238E27FC236}">
                <a16:creationId xmlns:a16="http://schemas.microsoft.com/office/drawing/2014/main" id="{9F23A8F6-D7C7-C0C5-672B-6101A64BCB4A}"/>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DB00FAA2-C6B5-D0F1-7EC1-A41105309612}"/>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2759536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967B1-0639-BDD7-6A4B-2F87087AD2A1}"/>
              </a:ext>
            </a:extLst>
          </p:cNvPr>
          <p:cNvSpPr>
            <a:spLocks noGrp="1"/>
          </p:cNvSpPr>
          <p:nvPr>
            <p:ph type="title"/>
          </p:nvPr>
        </p:nvSpPr>
        <p:spPr>
          <a:xfrm>
            <a:off x="839788" y="365125"/>
            <a:ext cx="10515600" cy="1325563"/>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C4E7EE96-565F-CA57-11D2-3291241032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5566D9-737D-39B5-352D-1FBBDD2CE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6EB529B6-8F64-6C2A-1C24-15B64BA2FB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DAB3D6-38A4-4EEA-25C0-AC1CAD0EF4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7" name="Date Placeholder 6">
            <a:extLst>
              <a:ext uri="{FF2B5EF4-FFF2-40B4-BE49-F238E27FC236}">
                <a16:creationId xmlns:a16="http://schemas.microsoft.com/office/drawing/2014/main" id="{AE1A27F4-998B-2EFE-40F2-5550C62756FE}"/>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8" name="Footer Placeholder 7">
            <a:extLst>
              <a:ext uri="{FF2B5EF4-FFF2-40B4-BE49-F238E27FC236}">
                <a16:creationId xmlns:a16="http://schemas.microsoft.com/office/drawing/2014/main" id="{7438EC3A-9CA7-337E-9224-88B2FE7A7B89}"/>
              </a:ext>
            </a:extLst>
          </p:cNvPr>
          <p:cNvSpPr>
            <a:spLocks noGrp="1"/>
          </p:cNvSpPr>
          <p:nvPr>
            <p:ph type="ftr" sz="quarter" idx="11"/>
          </p:nvPr>
        </p:nvSpPr>
        <p:spPr/>
        <p:txBody>
          <a:bodyPr/>
          <a:lstStyle/>
          <a:p>
            <a:endParaRPr lang="ro-RO"/>
          </a:p>
        </p:txBody>
      </p:sp>
      <p:sp>
        <p:nvSpPr>
          <p:cNvPr id="9" name="Slide Number Placeholder 8">
            <a:extLst>
              <a:ext uri="{FF2B5EF4-FFF2-40B4-BE49-F238E27FC236}">
                <a16:creationId xmlns:a16="http://schemas.microsoft.com/office/drawing/2014/main" id="{A94E5EF3-BBBC-D251-27AC-E52FE075FB64}"/>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211867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93B1-1876-4BFD-EC86-A06F376B8319}"/>
              </a:ext>
            </a:extLst>
          </p:cNvPr>
          <p:cNvSpPr>
            <a:spLocks noGrp="1"/>
          </p:cNvSpPr>
          <p:nvPr>
            <p:ph type="title"/>
          </p:nvPr>
        </p:nvSpPr>
        <p:spPr/>
        <p:txBody>
          <a:bodyPr/>
          <a:lstStyle/>
          <a:p>
            <a:r>
              <a:rPr lang="en-US"/>
              <a:t>Click to edit Master title style</a:t>
            </a:r>
            <a:endParaRPr lang="ro-RO"/>
          </a:p>
        </p:txBody>
      </p:sp>
      <p:sp>
        <p:nvSpPr>
          <p:cNvPr id="3" name="Date Placeholder 2">
            <a:extLst>
              <a:ext uri="{FF2B5EF4-FFF2-40B4-BE49-F238E27FC236}">
                <a16:creationId xmlns:a16="http://schemas.microsoft.com/office/drawing/2014/main" id="{6178D7DA-88E9-EF07-AC6E-78A52A6EBD93}"/>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4" name="Footer Placeholder 3">
            <a:extLst>
              <a:ext uri="{FF2B5EF4-FFF2-40B4-BE49-F238E27FC236}">
                <a16:creationId xmlns:a16="http://schemas.microsoft.com/office/drawing/2014/main" id="{60E7F5C9-3A4E-662D-CF7E-BF9710F7DE13}"/>
              </a:ext>
            </a:extLst>
          </p:cNvPr>
          <p:cNvSpPr>
            <a:spLocks noGrp="1"/>
          </p:cNvSpPr>
          <p:nvPr>
            <p:ph type="ftr" sz="quarter" idx="11"/>
          </p:nvPr>
        </p:nvSpPr>
        <p:spPr/>
        <p:txBody>
          <a:bodyPr/>
          <a:lstStyle/>
          <a:p>
            <a:endParaRPr lang="ro-RO"/>
          </a:p>
        </p:txBody>
      </p:sp>
      <p:sp>
        <p:nvSpPr>
          <p:cNvPr id="5" name="Slide Number Placeholder 4">
            <a:extLst>
              <a:ext uri="{FF2B5EF4-FFF2-40B4-BE49-F238E27FC236}">
                <a16:creationId xmlns:a16="http://schemas.microsoft.com/office/drawing/2014/main" id="{330067C5-5BAF-0504-7D23-3FDF35300972}"/>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168166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8F673E-DAF7-7120-A3E6-E4A26BD40FAE}"/>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3" name="Footer Placeholder 2">
            <a:extLst>
              <a:ext uri="{FF2B5EF4-FFF2-40B4-BE49-F238E27FC236}">
                <a16:creationId xmlns:a16="http://schemas.microsoft.com/office/drawing/2014/main" id="{7CD2A997-9FCE-232D-73DF-0C140F244B01}"/>
              </a:ext>
            </a:extLst>
          </p:cNvPr>
          <p:cNvSpPr>
            <a:spLocks noGrp="1"/>
          </p:cNvSpPr>
          <p:nvPr>
            <p:ph type="ftr" sz="quarter" idx="11"/>
          </p:nvPr>
        </p:nvSpPr>
        <p:spPr/>
        <p:txBody>
          <a:bodyPr/>
          <a:lstStyle/>
          <a:p>
            <a:endParaRPr lang="ro-RO"/>
          </a:p>
        </p:txBody>
      </p:sp>
      <p:sp>
        <p:nvSpPr>
          <p:cNvPr id="4" name="Slide Number Placeholder 3">
            <a:extLst>
              <a:ext uri="{FF2B5EF4-FFF2-40B4-BE49-F238E27FC236}">
                <a16:creationId xmlns:a16="http://schemas.microsoft.com/office/drawing/2014/main" id="{6951F2A6-ED7B-BC61-9A67-62CE3D2C149F}"/>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92421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75540-2E92-056E-4B17-9377A01B81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3DA0CE98-1778-535A-8260-A1ED0E8DE3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81EA93ED-E520-9C8D-DCA3-0B746A1AA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97624C-456A-4790-05B2-78FF3717A8CB}"/>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6" name="Footer Placeholder 5">
            <a:extLst>
              <a:ext uri="{FF2B5EF4-FFF2-40B4-BE49-F238E27FC236}">
                <a16:creationId xmlns:a16="http://schemas.microsoft.com/office/drawing/2014/main" id="{6E2ED50A-F4B1-A4DA-64C6-94C087427018}"/>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0E50BBA0-351D-CD8D-7A0A-3F3649F05C6A}"/>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270324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83F8-A9E6-3FDF-4223-30FF1A61A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B27F30BE-EF4B-BDAE-C2C3-DE8EDED3FA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Text Placeholder 3">
            <a:extLst>
              <a:ext uri="{FF2B5EF4-FFF2-40B4-BE49-F238E27FC236}">
                <a16:creationId xmlns:a16="http://schemas.microsoft.com/office/drawing/2014/main" id="{CB4AACF8-4F2A-B20C-D671-2C6ED0342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6D9D5-3FDA-6E74-1607-B5FABA02F59A}"/>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6" name="Footer Placeholder 5">
            <a:extLst>
              <a:ext uri="{FF2B5EF4-FFF2-40B4-BE49-F238E27FC236}">
                <a16:creationId xmlns:a16="http://schemas.microsoft.com/office/drawing/2014/main" id="{E695F60D-1559-AC20-6348-D1A1D5C05E66}"/>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DE1C8559-9910-B989-448B-2B3B35566803}"/>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748544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6F4C5-9FE2-8D50-1115-4FD0163BFFE5}"/>
              </a:ext>
            </a:extLst>
          </p:cNvPr>
          <p:cNvSpPr>
            <a:spLocks noGrp="1"/>
          </p:cNvSpPr>
          <p:nvPr>
            <p:ph type="title"/>
          </p:nvPr>
        </p:nvSpPr>
        <p:spPr/>
        <p:txBody>
          <a:bodyPr/>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A3D7F841-B897-09B1-6D5F-501F2491C3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AC6AEDAC-6238-890E-040D-58882BF404B6}"/>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724F9B46-ED14-6B93-01B0-EE8E33F75DBA}"/>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6EA8E252-041E-BF5E-448C-CDBFBAD79AF5}"/>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2587344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593A78-EBEB-EE56-AB45-F7A9ED005D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FCD24AE8-5BB9-157B-ED41-8DE3959945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65B9B5F5-1D66-F73A-F1F7-897A21D245B2}"/>
              </a:ext>
            </a:extLst>
          </p:cNvPr>
          <p:cNvSpPr>
            <a:spLocks noGrp="1"/>
          </p:cNvSpPr>
          <p:nvPr>
            <p:ph type="dt" sz="half" idx="10"/>
          </p:nvPr>
        </p:nvSpPr>
        <p:spPr/>
        <p:txBody>
          <a:body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677DB1DA-0413-20BF-8ACC-CED10B33DB2A}"/>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8E901F69-BE8B-35A2-7A84-4CAD53C109B5}"/>
              </a:ext>
            </a:extLst>
          </p:cNvPr>
          <p:cNvSpPr>
            <a:spLocks noGrp="1"/>
          </p:cNvSpPr>
          <p:nvPr>
            <p:ph type="sldNum" sz="quarter" idx="12"/>
          </p:nvPr>
        </p:nvSpPr>
        <p:spPr/>
        <p:txBody>
          <a:bodyPr/>
          <a:lstStyle/>
          <a:p>
            <a:fld id="{1497E3B3-131A-4212-8D83-31E94FD9A799}" type="slidenum">
              <a:rPr lang="ro-RO" smtClean="0"/>
              <a:t>‹#›</a:t>
            </a:fld>
            <a:endParaRPr lang="ro-RO"/>
          </a:p>
        </p:txBody>
      </p:sp>
    </p:spTree>
    <p:extLst>
      <p:ext uri="{BB962C8B-B14F-4D97-AF65-F5344CB8AC3E}">
        <p14:creationId xmlns:p14="http://schemas.microsoft.com/office/powerpoint/2010/main" val="1831783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3E6168-6DF0-563C-DDA1-DF41E0D376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6A71B34E-E9C7-4DF5-7739-B881543B4C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BE7523E9-73E4-42F4-FFFF-2A81F114E5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7F564-C800-46B3-9B27-035E7994B9E2}" type="datetimeFigureOut">
              <a:rPr lang="ro-RO" smtClean="0"/>
              <a:t>28.09.2026</a:t>
            </a:fld>
            <a:endParaRPr lang="ro-RO"/>
          </a:p>
        </p:txBody>
      </p:sp>
      <p:sp>
        <p:nvSpPr>
          <p:cNvPr id="5" name="Footer Placeholder 4">
            <a:extLst>
              <a:ext uri="{FF2B5EF4-FFF2-40B4-BE49-F238E27FC236}">
                <a16:creationId xmlns:a16="http://schemas.microsoft.com/office/drawing/2014/main" id="{276D0743-CE2A-96CD-9112-477A00B59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lide Number Placeholder 5">
            <a:extLst>
              <a:ext uri="{FF2B5EF4-FFF2-40B4-BE49-F238E27FC236}">
                <a16:creationId xmlns:a16="http://schemas.microsoft.com/office/drawing/2014/main" id="{EAD742EF-CBF7-3FC7-FA7D-19DA2E74FB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7E3B3-131A-4212-8D83-31E94FD9A799}" type="slidenum">
              <a:rPr lang="ro-RO" smtClean="0"/>
              <a:t>‹#›</a:t>
            </a:fld>
            <a:endParaRPr lang="ro-RO"/>
          </a:p>
        </p:txBody>
      </p:sp>
    </p:spTree>
    <p:extLst>
      <p:ext uri="{BB962C8B-B14F-4D97-AF65-F5344CB8AC3E}">
        <p14:creationId xmlns:p14="http://schemas.microsoft.com/office/powerpoint/2010/main" val="2259507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38A8-8935-DA44-371D-DA8108793D76}"/>
              </a:ext>
            </a:extLst>
          </p:cNvPr>
          <p:cNvSpPr>
            <a:spLocks noGrp="1"/>
          </p:cNvSpPr>
          <p:nvPr>
            <p:ph type="ctrTitle"/>
          </p:nvPr>
        </p:nvSpPr>
        <p:spPr/>
        <p:txBody>
          <a:bodyPr/>
          <a:lstStyle/>
          <a:p>
            <a:r>
              <a:rPr lang="ro-RO"/>
              <a:t>Albinele</a:t>
            </a:r>
          </a:p>
        </p:txBody>
      </p:sp>
      <p:sp>
        <p:nvSpPr>
          <p:cNvPr id="3" name="Subtitle 2">
            <a:extLst>
              <a:ext uri="{FF2B5EF4-FFF2-40B4-BE49-F238E27FC236}">
                <a16:creationId xmlns:a16="http://schemas.microsoft.com/office/drawing/2014/main" id="{E33C25F8-BFC0-788B-E09E-F4706530B53D}"/>
              </a:ext>
            </a:extLst>
          </p:cNvPr>
          <p:cNvSpPr>
            <a:spLocks noGrp="1"/>
          </p:cNvSpPr>
          <p:nvPr>
            <p:ph type="subTitle" idx="1"/>
          </p:nvPr>
        </p:nvSpPr>
        <p:spPr/>
        <p:txBody>
          <a:bodyPr/>
          <a:lstStyle/>
          <a:p>
            <a:r>
              <a:rPr lang="it-IT"/>
              <a:t>Mihai Radu, clasa a VI-a</a:t>
            </a:r>
            <a:endParaRPr lang="ro-RO"/>
          </a:p>
        </p:txBody>
      </p:sp>
    </p:spTree>
    <p:extLst>
      <p:ext uri="{BB962C8B-B14F-4D97-AF65-F5344CB8AC3E}">
        <p14:creationId xmlns:p14="http://schemas.microsoft.com/office/powerpoint/2010/main" val="4102400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AD25-D2F4-AEF7-AE1F-2F0681D2D2F3}"/>
              </a:ext>
            </a:extLst>
          </p:cNvPr>
          <p:cNvSpPr>
            <a:spLocks noGrp="1"/>
          </p:cNvSpPr>
          <p:nvPr>
            <p:ph type="title"/>
          </p:nvPr>
        </p:nvSpPr>
        <p:spPr/>
        <p:txBody>
          <a:bodyPr/>
          <a:lstStyle/>
          <a:p>
            <a:r>
              <a:rPr lang="ro-RO"/>
              <a:t>Viața în stup</a:t>
            </a:r>
          </a:p>
        </p:txBody>
      </p:sp>
      <p:sp>
        <p:nvSpPr>
          <p:cNvPr id="3" name="Content Placeholder 2">
            <a:extLst>
              <a:ext uri="{FF2B5EF4-FFF2-40B4-BE49-F238E27FC236}">
                <a16:creationId xmlns:a16="http://schemas.microsoft.com/office/drawing/2014/main" id="{D3EC431F-AB1F-B315-5FAD-49AE000B4761}"/>
              </a:ext>
            </a:extLst>
          </p:cNvPr>
          <p:cNvSpPr>
            <a:spLocks noGrp="1"/>
          </p:cNvSpPr>
          <p:nvPr>
            <p:ph idx="1"/>
          </p:nvPr>
        </p:nvSpPr>
        <p:spPr/>
        <p:txBody>
          <a:bodyPr/>
          <a:lstStyle/>
          <a:p>
            <a:r>
              <a:rPr lang="ro-RO"/>
              <a:t>Trăiesc în stup</a:t>
            </a:r>
          </a:p>
          <a:p>
            <a:r>
              <a:rPr lang="ro-RO"/>
              <a:t>Au o regină</a:t>
            </a:r>
          </a:p>
          <a:p>
            <a:r>
              <a:rPr lang="ro-RO"/>
              <a:t>Lucrează în echipă</a:t>
            </a:r>
          </a:p>
        </p:txBody>
      </p:sp>
    </p:spTree>
    <p:extLst>
      <p:ext uri="{BB962C8B-B14F-4D97-AF65-F5344CB8AC3E}">
        <p14:creationId xmlns:p14="http://schemas.microsoft.com/office/powerpoint/2010/main" val="246994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D9C4-0857-E9A2-96EE-701F0967EBC9}"/>
              </a:ext>
            </a:extLst>
          </p:cNvPr>
          <p:cNvSpPr>
            <a:spLocks noGrp="1"/>
          </p:cNvSpPr>
          <p:nvPr>
            <p:ph type="title"/>
          </p:nvPr>
        </p:nvSpPr>
        <p:spPr/>
        <p:txBody>
          <a:bodyPr/>
          <a:lstStyle/>
          <a:p>
            <a:r>
              <a:rPr lang="ro-RO"/>
              <a:t>Ce fac albinele</a:t>
            </a:r>
          </a:p>
        </p:txBody>
      </p:sp>
      <p:sp>
        <p:nvSpPr>
          <p:cNvPr id="3" name="Content Placeholder 2">
            <a:extLst>
              <a:ext uri="{FF2B5EF4-FFF2-40B4-BE49-F238E27FC236}">
                <a16:creationId xmlns:a16="http://schemas.microsoft.com/office/drawing/2014/main" id="{FACE8763-347E-0C66-619D-734440CD4D55}"/>
              </a:ext>
            </a:extLst>
          </p:cNvPr>
          <p:cNvSpPr>
            <a:spLocks noGrp="1"/>
          </p:cNvSpPr>
          <p:nvPr>
            <p:ph idx="1"/>
          </p:nvPr>
        </p:nvSpPr>
        <p:spPr/>
        <p:txBody>
          <a:bodyPr/>
          <a:lstStyle/>
          <a:p>
            <a:r>
              <a:rPr lang="ro-RO"/>
              <a:t>Albinele zboară toată ziua din floare în floare și adună nectarul dulce, pe care îl duc apoi în stup, unde îl fac încet miere, iar în același timp poartă polenul de la o floare la alta și așa ajută plantele să facă fructe și semințe.</a:t>
            </a:r>
          </a:p>
        </p:txBody>
      </p:sp>
    </p:spTree>
    <p:extLst>
      <p:ext uri="{BB962C8B-B14F-4D97-AF65-F5344CB8AC3E}">
        <p14:creationId xmlns:p14="http://schemas.microsoft.com/office/powerpoint/2010/main" val="2188222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A61C-96CB-827F-8036-EAA334B6194E}"/>
              </a:ext>
            </a:extLst>
          </p:cNvPr>
          <p:cNvSpPr>
            <a:spLocks noGrp="1"/>
          </p:cNvSpPr>
          <p:nvPr>
            <p:ph type="title"/>
          </p:nvPr>
        </p:nvSpPr>
        <p:spPr/>
        <p:txBody>
          <a:bodyPr/>
          <a:lstStyle/>
          <a:p>
            <a:r>
              <a:rPr lang="ro-RO">
                <a:solidFill>
                  <a:srgbClr val="FFE666"/>
                </a:solidFill>
              </a:rPr>
              <a:t>Mierea</a:t>
            </a:r>
          </a:p>
        </p:txBody>
      </p:sp>
      <p:sp>
        <p:nvSpPr>
          <p:cNvPr id="3" name="Content Placeholder 2">
            <a:extLst>
              <a:ext uri="{FF2B5EF4-FFF2-40B4-BE49-F238E27FC236}">
                <a16:creationId xmlns:a16="http://schemas.microsoft.com/office/drawing/2014/main" id="{D35DDD74-040D-5C67-DC9B-5E1B0CCECD52}"/>
              </a:ext>
            </a:extLst>
          </p:cNvPr>
          <p:cNvSpPr>
            <a:spLocks noGrp="1"/>
          </p:cNvSpPr>
          <p:nvPr>
            <p:ph idx="1"/>
          </p:nvPr>
        </p:nvSpPr>
        <p:spPr/>
        <p:txBody>
          <a:bodyPr/>
          <a:lstStyle/>
          <a:p>
            <a:r>
              <a:rPr lang="ro-RO">
                <a:solidFill>
                  <a:srgbClr val="FFE666"/>
                </a:solidFill>
              </a:rPr>
              <a:t>Albinele fac mierea din nectar</a:t>
            </a:r>
          </a:p>
          <a:p>
            <a:r>
              <a:rPr lang="ro-RO">
                <a:solidFill>
                  <a:srgbClr val="FFE666"/>
                </a:solidFill>
              </a:rPr>
              <a:t>Mierea e hrana lor de iarnă</a:t>
            </a:r>
          </a:p>
        </p:txBody>
      </p:sp>
    </p:spTree>
    <p:extLst>
      <p:ext uri="{BB962C8B-B14F-4D97-AF65-F5344CB8AC3E}">
        <p14:creationId xmlns:p14="http://schemas.microsoft.com/office/powerpoint/2010/main" val="1891590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1725-32FE-23DE-0EF3-E61FC21907E2}"/>
              </a:ext>
            </a:extLst>
          </p:cNvPr>
          <p:cNvSpPr>
            <a:spLocks noGrp="1"/>
          </p:cNvSpPr>
          <p:nvPr>
            <p:ph type="title"/>
          </p:nvPr>
        </p:nvSpPr>
        <p:spPr/>
        <p:txBody>
          <a:bodyPr/>
          <a:lstStyle/>
          <a:p>
            <a:r>
              <a:rPr lang="ro-RO"/>
              <a:t>Albinele și florile</a:t>
            </a:r>
          </a:p>
        </p:txBody>
      </p:sp>
      <p:sp>
        <p:nvSpPr>
          <p:cNvPr id="3" name="TextBox 2">
            <a:extLst>
              <a:ext uri="{FF2B5EF4-FFF2-40B4-BE49-F238E27FC236}">
                <a16:creationId xmlns:a16="http://schemas.microsoft.com/office/drawing/2014/main" id="{34DE4E35-F9C8-813A-2024-D66C8AA66F01}"/>
              </a:ext>
            </a:extLst>
          </p:cNvPr>
          <p:cNvSpPr txBox="1"/>
          <p:nvPr/>
        </p:nvSpPr>
        <p:spPr>
          <a:xfrm>
            <a:off x="838200" y="2032000"/>
            <a:ext cx="5080000" cy="523220"/>
          </a:xfrm>
          <a:prstGeom prst="rect">
            <a:avLst/>
          </a:prstGeom>
          <a:noFill/>
        </p:spPr>
        <p:txBody>
          <a:bodyPr vert="horz" wrap="square" rtlCol="0">
            <a:spAutoFit/>
          </a:bodyPr>
          <a:lstStyle/>
          <a:p>
            <a:r>
              <a:rPr lang="ro-RO" sz="2800"/>
              <a:t>Duc polenul de la o floare la alta</a:t>
            </a:r>
          </a:p>
        </p:txBody>
      </p:sp>
      <p:pic>
        <p:nvPicPr>
          <p:cNvPr id="5" name="Picture 4">
            <a:extLst>
              <a:ext uri="{FF2B5EF4-FFF2-40B4-BE49-F238E27FC236}">
                <a16:creationId xmlns:a16="http://schemas.microsoft.com/office/drawing/2014/main" id="{CF4935B7-2866-7BB1-8BCA-2EAF6E67CA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20000" y="1651000"/>
            <a:ext cx="3429000" cy="4572000"/>
          </a:xfrm>
          <a:prstGeom prst="rect">
            <a:avLst/>
          </a:prstGeom>
        </p:spPr>
      </p:pic>
    </p:spTree>
    <p:extLst>
      <p:ext uri="{BB962C8B-B14F-4D97-AF65-F5344CB8AC3E}">
        <p14:creationId xmlns:p14="http://schemas.microsoft.com/office/powerpoint/2010/main" val="871330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69ED-D128-31A9-5A4B-D52FEA4C09A1}"/>
              </a:ext>
            </a:extLst>
          </p:cNvPr>
          <p:cNvSpPr>
            <a:spLocks noGrp="1"/>
          </p:cNvSpPr>
          <p:nvPr>
            <p:ph type="title"/>
          </p:nvPr>
        </p:nvSpPr>
        <p:spPr/>
        <p:txBody>
          <a:bodyPr/>
          <a:lstStyle/>
          <a:p>
            <a:r>
              <a:rPr lang="ro-RO"/>
              <a:t>Albina la lucru</a:t>
            </a:r>
          </a:p>
        </p:txBody>
      </p:sp>
      <p:sp>
        <p:nvSpPr>
          <p:cNvPr id="3" name="TextBox 2">
            <a:extLst>
              <a:ext uri="{FF2B5EF4-FFF2-40B4-BE49-F238E27FC236}">
                <a16:creationId xmlns:a16="http://schemas.microsoft.com/office/drawing/2014/main" id="{A312186D-34CA-9BC5-A531-E8BF168C1502}"/>
              </a:ext>
            </a:extLst>
          </p:cNvPr>
          <p:cNvSpPr txBox="1"/>
          <p:nvPr/>
        </p:nvSpPr>
        <p:spPr>
          <a:xfrm>
            <a:off x="838200" y="2032000"/>
            <a:ext cx="5080000" cy="523220"/>
          </a:xfrm>
          <a:prstGeom prst="rect">
            <a:avLst/>
          </a:prstGeom>
          <a:noFill/>
        </p:spPr>
        <p:txBody>
          <a:bodyPr vert="horz" wrap="square" rtlCol="0">
            <a:spAutoFit/>
          </a:bodyPr>
          <a:lstStyle/>
          <a:p>
            <a:r>
              <a:rPr lang="ro-RO" sz="2800"/>
              <a:t>Adună nectarul din floare</a:t>
            </a:r>
          </a:p>
        </p:txBody>
      </p:sp>
      <p:pic>
        <p:nvPicPr>
          <p:cNvPr id="5" name="Picture 4">
            <a:extLst>
              <a:ext uri="{FF2B5EF4-FFF2-40B4-BE49-F238E27FC236}">
                <a16:creationId xmlns:a16="http://schemas.microsoft.com/office/drawing/2014/main" id="{60AD85CA-97D2-BD05-B0FB-4E8C1DC53A0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0" y="1778000"/>
            <a:ext cx="5080000" cy="4013200"/>
          </a:xfrm>
          <a:prstGeom prst="rect">
            <a:avLst/>
          </a:prstGeom>
        </p:spPr>
      </p:pic>
    </p:spTree>
    <p:extLst>
      <p:ext uri="{BB962C8B-B14F-4D97-AF65-F5344CB8AC3E}">
        <p14:creationId xmlns:p14="http://schemas.microsoft.com/office/powerpoint/2010/main" val="368963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BC5C-5006-68C8-F92E-28B40F4FA41A}"/>
              </a:ext>
            </a:extLst>
          </p:cNvPr>
          <p:cNvSpPr>
            <a:spLocks noGrp="1"/>
          </p:cNvSpPr>
          <p:nvPr>
            <p:ph type="title"/>
          </p:nvPr>
        </p:nvSpPr>
        <p:spPr/>
        <p:txBody>
          <a:bodyPr/>
          <a:lstStyle/>
          <a:p>
            <a:r>
              <a:rPr lang="ro-RO"/>
              <a:t>Ce am aflat</a:t>
            </a:r>
          </a:p>
        </p:txBody>
      </p:sp>
      <p:sp>
        <p:nvSpPr>
          <p:cNvPr id="3" name="Content Placeholder 2">
            <a:extLst>
              <a:ext uri="{FF2B5EF4-FFF2-40B4-BE49-F238E27FC236}">
                <a16:creationId xmlns:a16="http://schemas.microsoft.com/office/drawing/2014/main" id="{E9FC2FB2-0826-2859-F894-6D005BEC9277}"/>
              </a:ext>
            </a:extLst>
          </p:cNvPr>
          <p:cNvSpPr>
            <a:spLocks noGrp="1"/>
          </p:cNvSpPr>
          <p:nvPr>
            <p:ph idx="1"/>
          </p:nvPr>
        </p:nvSpPr>
        <p:spPr/>
        <p:txBody>
          <a:bodyPr/>
          <a:lstStyle/>
          <a:p>
            <a:r>
              <a:rPr lang="ro-RO"/>
              <a:t>Albinele trăiesc în echipă</a:t>
            </a:r>
          </a:p>
          <a:p>
            <a:r>
              <a:rPr lang="ro-RO"/>
              <a:t>Fac miere din nectar</a:t>
            </a:r>
          </a:p>
          <a:p>
            <a:r>
              <a:rPr lang="ro-RO"/>
              <a:t>Ajută plantele</a:t>
            </a:r>
          </a:p>
        </p:txBody>
      </p:sp>
    </p:spTree>
    <p:extLst>
      <p:ext uri="{BB962C8B-B14F-4D97-AF65-F5344CB8AC3E}">
        <p14:creationId xmlns:p14="http://schemas.microsoft.com/office/powerpoint/2010/main" val="430808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Words>
  <Application>Microsoft Office PowerPoint</Application>
  <PresentationFormat>Widescreen</PresentationFormat>
  <Paragraphs>30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Albinele</vt:lpstr>
      <vt:lpstr>Viața în stup</vt:lpstr>
      <vt:lpstr>Ce fac albinele</vt:lpstr>
      <vt:lpstr>Mierea</vt:lpstr>
      <vt:lpstr>Albinele și florile</vt:lpstr>
      <vt:lpstr>Albina la lucru</vt:lpstr>
      <vt:lpstr>Ce am aflat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2026-09-28T00:40:54Z</dcterms:created>
  <dcterms:modified xsi:type="dcterms:W3CDTF">2026-09-28T00:40:54Z</dcterms:modified>
</cp:coreProperties>
</file>