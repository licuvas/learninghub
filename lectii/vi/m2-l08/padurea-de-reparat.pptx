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61BDD5-3C40-456D-B69E-7A96C6CB3A3E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D5770A-2E73-4E61-8CCD-083BAA36EBD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068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salut · Maria · subiectul: pădurea, casa viețuitoarelor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5770A-2E73-4E61-8CCD-083BAA36EBD9}" type="slidenum">
              <a:rPr lang="ro-RO" smtClean="0"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09496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stejar, fag: frunze late · brad, molid: ace, verzi și iarna · mesteacăn: scoarță albă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5770A-2E73-4E61-8CCD-083BAA36EBD9}" type="slidenum">
              <a:rPr lang="ro-RO" smtClean="0"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7033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urs, lup: prădători · căprioara: se sperie ușor · veverița: strânge alune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5770A-2E73-4E61-8CCD-083BAA36EBD9}" type="slidenum">
              <a:rPr lang="ro-RO" smtClean="0"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1252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/>
              <a:t>gunoi: acasă · foc: arde pădurea · copac mic: crește încet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5770A-2E73-4E61-8CCD-083BAA36EBD9}" type="slidenum">
              <a:rPr lang="ro-RO" smtClean="0"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8402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 scurt: copaci, animale, ocrotire · mulțumesc · întrebări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D5770A-2E73-4E61-8CCD-083BAA36EBD9}" type="slidenum">
              <a:rPr lang="ro-RO" smtClean="0"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165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6D81-1438-61E5-EA2E-18E2A4516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F3E9F-CE54-391A-B133-DE8EBECC1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ED048-1A90-C72A-FAF3-B4921D44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C7CC-4C8C-FEDE-A807-295A2146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B8D90-CC42-398D-DC73-A6A7B08E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78273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4EBA-895E-7381-5F60-61CEAE8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898B-454B-183B-51CC-A173C6179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07F17-35AA-009C-994E-33CB3E21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E295F-BCAC-23DF-7CA6-19F1C6F8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2F1D7-ABA2-B4DE-0FDC-C8D566D7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224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FC90-3711-51FA-B74A-FA4BC5FB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39BE-63F6-A280-791A-BFD5C3FEE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D6452-C126-E844-5FCB-F7D62F2C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68CB5-99A0-45AB-F44C-628E6600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683B9-9548-402E-883B-CAE967DE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9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E840-6282-CCAD-1A40-DB75EBD8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F4114-5751-7FA2-5FDF-16ABAB8FA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54557-FD09-51B2-B316-367EB7905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C16C8-3287-0B29-2A38-39450A32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3AC38-4628-FE02-333F-7BD94CD1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70F36-A0B1-07BE-BDD7-868BA410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833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9F3F5-00DA-F75D-CE1E-5C4455D2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EA8FE-CBEC-1693-F7CB-1CBD24EAC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B4F31-E1BF-EC27-CF10-F8D70BF9F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D5BD6-BE3E-76C2-7BC0-FF1DC1D00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9408DE-5922-B22A-884A-B046D87A3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A074D-B105-EFC1-785E-276A3581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8A8A92-4D0B-14E6-0574-9401185C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9AB1F1-E4C8-9B89-F87C-7C6CCCD2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209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D088F-F544-3AD9-52E0-69823CB9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D8CA3-4E1A-83FC-67AF-5F940695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16859-5F36-CCA3-F011-53171C3E5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85AE02-BC91-83C0-E16F-741C903B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7429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D11F2-1AA8-0304-F59A-681A1DD8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B39011-DE26-B5E7-875C-A771E063C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4E4B1-79B2-587F-A0A9-DCBBDCDD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7058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B3B1C-0561-D690-09BE-35B08907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9026-B80A-BF6C-3474-ACAAE5E5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92134-0071-B6C5-F561-AFEB40503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B68F0-FBC1-37FC-ECC2-5041AD3B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7EE9E-C731-E65D-925B-C975D8E1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C1503-BF12-BD13-FAE1-77E20850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2561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9669B-C622-DAA0-3B06-89AC98E1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0839F-3B3E-93D2-F3E0-7DEEEB8E3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F6775-2315-9C09-28CB-A1280C7C8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2578E-E09E-54E5-1BC5-07414CBF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BB190-9E6A-FA9B-46C3-FBCECDF1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CE27-54B3-9AFD-5869-0258733D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7672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3FBE-5B74-91E3-3353-E63B87EC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C982B-77B1-54D9-62A4-100EF26B7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9269F-EAB8-BD5A-4156-B261CF227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5A33-CF5F-B65B-47FA-35ED54BA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9E69-CA03-306C-8BF1-82E75F2F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169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F2ACB5-FD0A-28F7-3508-8EFBB547C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9C76E-D330-54FD-990A-872789D43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469D-9BF5-7B64-6946-F4BCC62D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A9497-5335-FC52-38EE-7137D05F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C5BD5-1EBD-0C98-3CDD-73A0EC4D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167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F4745-196F-732F-3C8B-D8850732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D3803-492A-6A74-EFE3-957CF55E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6A1A-2390-3887-9CCE-B56F539DB0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7DD3A-52A1-405F-BE40-41F6F8045A71}" type="datetimeFigureOut">
              <a:rPr lang="ro-RO" smtClean="0"/>
              <a:t>28.09.2026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B219-270D-631B-444E-7E027B04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E068C-11D7-34E3-C934-5A4025E34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8C38E-E03B-4275-9276-3377F9889058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1059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E9F1-23F7-C706-38CE-83D0D2482D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/>
              <a:t>Pădurea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A81EB-B1E3-4E83-8ADB-BE5A00A48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Maria Ionescu, clasa a VI-a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12617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4D54-B275-7810-7AF6-026F36F9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Copacii pădurii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46DE-EF28-609E-F33E-2AA48B822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o-RO" sz="1600"/>
              <a:t>Stejarul și fagul</a:t>
            </a:r>
          </a:p>
          <a:p>
            <a:r>
              <a:rPr lang="ro-RO" sz="1600"/>
              <a:t>Bradul și molidul</a:t>
            </a:r>
          </a:p>
          <a:p>
            <a:r>
              <a:rPr lang="ro-RO" sz="1600"/>
              <a:t>Mesteacănul</a:t>
            </a:r>
          </a:p>
        </p:txBody>
      </p:sp>
    </p:spTree>
    <p:extLst>
      <p:ext uri="{BB962C8B-B14F-4D97-AF65-F5344CB8AC3E}">
        <p14:creationId xmlns:p14="http://schemas.microsoft.com/office/powerpoint/2010/main" val="129183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B649-79FB-ABEF-4EEC-02D1871F8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>
                <a:latin typeface="Comic Sans MS" panose="030F0702030302020204" pitchFamily="66" charset="0"/>
              </a:rPr>
              <a:t>Animalele pădurii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49A9B-0179-0370-277C-C0C02D76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Ursul și lupul</a:t>
            </a:r>
          </a:p>
          <a:p>
            <a:r>
              <a:rPr lang="ro-RO"/>
              <a:t>Căprioara</a:t>
            </a:r>
          </a:p>
          <a:p>
            <a:r>
              <a:rPr lang="ro-RO"/>
              <a:t>Veverița</a:t>
            </a:r>
          </a:p>
        </p:txBody>
      </p:sp>
    </p:spTree>
    <p:extLst>
      <p:ext uri="{BB962C8B-B14F-4D97-AF65-F5344CB8AC3E}">
        <p14:creationId xmlns:p14="http://schemas.microsoft.com/office/powerpoint/2010/main" val="276939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23AE-2774-C803-AEF2-81360FD5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>
                <a:solidFill>
                  <a:srgbClr val="FFFFFF"/>
                </a:solidFill>
              </a:rPr>
              <a:t>Cum ocrotim pădurea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26EA-A2A5-9909-8271-B8207F728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>
                <a:solidFill>
                  <a:srgbClr val="FF0000"/>
                </a:solidFill>
              </a:rPr>
              <a:t>Nu lăsăm gunoaie</a:t>
            </a:r>
          </a:p>
          <a:p>
            <a:r>
              <a:rPr lang="ro-RO">
                <a:solidFill>
                  <a:srgbClr val="FF0000"/>
                </a:solidFill>
              </a:rPr>
              <a:t>Nu aprindem focul</a:t>
            </a:r>
          </a:p>
          <a:p>
            <a:r>
              <a:rPr lang="ro-RO">
                <a:solidFill>
                  <a:srgbClr val="FF0000"/>
                </a:solidFill>
              </a:rPr>
              <a:t>Plantăm copaci</a:t>
            </a:r>
          </a:p>
        </p:txBody>
      </p:sp>
    </p:spTree>
    <p:extLst>
      <p:ext uri="{BB962C8B-B14F-4D97-AF65-F5344CB8AC3E}">
        <p14:creationId xmlns:p14="http://schemas.microsoft.com/office/powerpoint/2010/main" val="313810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BC53-CD1F-0B03-A80D-09B9BBF0D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am aflat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2B8E1-1F0D-EBDD-982A-7E118505D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Pădurea e casa animalelor</a:t>
            </a:r>
          </a:p>
          <a:p>
            <a:r>
              <a:rPr lang="ro-RO"/>
              <a:t>Copacii ne dau aer curat</a:t>
            </a:r>
          </a:p>
          <a:p>
            <a:r>
              <a:rPr lang="ro-RO"/>
              <a:t>O ocrotim împreună</a:t>
            </a:r>
          </a:p>
        </p:txBody>
      </p:sp>
    </p:spTree>
    <p:extLst>
      <p:ext uri="{BB962C8B-B14F-4D97-AF65-F5344CB8AC3E}">
        <p14:creationId xmlns:p14="http://schemas.microsoft.com/office/powerpoint/2010/main" val="133909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Comic Sans MS</vt:lpstr>
      <vt:lpstr>Office Theme</vt:lpstr>
      <vt:lpstr>Pădurea</vt:lpstr>
      <vt:lpstr>Copacii pădurii</vt:lpstr>
      <vt:lpstr>Animalele pădurii</vt:lpstr>
      <vt:lpstr>Cum ocrotim pădurea</vt:lpstr>
      <vt:lpstr>Ce am aflat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2026-09-28T16:19:04Z</dcterms:created>
  <dcterms:modified xsi:type="dcterms:W3CDTF">2026-09-28T16:19:04Z</dcterms:modified>
</cp:coreProperties>
</file>