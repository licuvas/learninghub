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3" r:id="rId14"/>
    <p:sldId id="261" r:id="rId12"/>
    <p:sldId id="260" r:id="rId11"/>
    <p:sldId id="264" r:id="rId15"/>
    <p:sldId id="258" r:id="rId9"/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