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61" r:id="rId12"/>
    <p:sldId id="264" r:id="rId15"/>
    <p:sldId id="258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