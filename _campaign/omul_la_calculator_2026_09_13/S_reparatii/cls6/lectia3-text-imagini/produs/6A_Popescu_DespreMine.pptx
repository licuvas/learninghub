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3CA0"/>
                </a:solidFill>
                <a:latin typeface="Calibri"/>
              </a:rPr>
              <a:t>Despre mine - Andrei</a:t>
            </a:r>
          </a:p>
        </p:txBody>
      </p:sp>
      <p:pic>
        <p:nvPicPr>
          <p:cNvPr id="3" name="Picture 2" descr="cop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0" y="1800000"/>
            <a:ext cx="432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41E3C"/>
                </a:solidFill>
                <a:latin typeface="Calibri"/>
              </a:rPr>
              <a:t>Hobby-urile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41E3C"/>
                </a:solidFill>
                <a:latin typeface="Calibri"/>
              </a:rPr>
              <a:t>• Fotbal cu prietenii</a:t>
            </a:r>
          </a:p>
          <a:p>
            <a:r>
              <a:rPr sz="2800" b="0">
                <a:solidFill>
                  <a:srgbClr val="141E3C"/>
                </a:solidFill>
                <a:latin typeface="Calibri"/>
              </a:rPr>
              <a:t>• Desen in creion</a:t>
            </a:r>
          </a:p>
          <a:p>
            <a:r>
              <a:rPr sz="2800" b="0">
                <a:solidFill>
                  <a:srgbClr val="141E3C"/>
                </a:solidFill>
                <a:latin typeface="Calibri"/>
              </a:rPr>
              <a:t>• Carti de aventuri</a:t>
            </a:r>
          </a:p>
          <a:p>
            <a:r>
              <a:rPr sz="2800" b="0">
                <a:solidFill>
                  <a:srgbClr val="141E3C"/>
                </a:solidFill>
                <a:latin typeface="Calibri"/>
              </a:rPr>
              <a:t>• Lego</a:t>
            </a:r>
          </a:p>
        </p:txBody>
      </p:sp>
      <p:pic>
        <p:nvPicPr>
          <p:cNvPr id="4" name="Picture 3" descr="hobby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1440000"/>
            <a:ext cx="3960000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41E3C"/>
                </a:solidFill>
                <a:latin typeface="Calibri"/>
              </a:rPr>
              <a:t>O familie imaginara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41E1E"/>
                </a:solidFill>
                <a:latin typeface="Calibri"/>
              </a:rPr>
              <a:t>Mama Ana</a:t>
            </a:r>
          </a:p>
          <a:p>
            <a:r>
              <a:rPr sz="2800" b="1">
                <a:solidFill>
                  <a:srgbClr val="145A28"/>
                </a:solidFill>
                <a:latin typeface="Calibri"/>
              </a:rPr>
              <a:t>Tata Radu</a:t>
            </a:r>
          </a:p>
          <a:p>
            <a:r>
              <a:rPr sz="2800" b="1">
                <a:solidFill>
                  <a:srgbClr val="1E3CA0"/>
                </a:solidFill>
                <a:latin typeface="Calibri"/>
              </a:rPr>
              <a:t>Bunicul Ion</a:t>
            </a:r>
          </a:p>
        </p:txBody>
      </p:sp>
      <p:pic>
        <p:nvPicPr>
          <p:cNvPr id="4" name="Picture 3" descr="famil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144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41E3C"/>
                </a:solidFill>
                <a:latin typeface="Calibri"/>
              </a:rPr>
              <a:t>Obiectivele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43CA0"/>
                </a:solidFill>
                <a:latin typeface="Calibri"/>
              </a:rPr>
              <a:t>1. Citesc 10 carti</a:t>
            </a:r>
          </a:p>
          <a:p>
            <a:r>
              <a:rPr sz="2800" b="0">
                <a:solidFill>
                  <a:srgbClr val="145A28"/>
                </a:solidFill>
                <a:latin typeface="Calibri"/>
              </a:rPr>
              <a:t>2. Invat sa inot</a:t>
            </a:r>
          </a:p>
          <a:p>
            <a:r>
              <a:rPr sz="2800" b="0">
                <a:solidFill>
                  <a:srgbClr val="962878"/>
                </a:solidFill>
                <a:latin typeface="Calibri"/>
              </a:rPr>
              <a:t>3. Iau nota 10 la TIC</a:t>
            </a:r>
          </a:p>
        </p:txBody>
      </p:sp>
      <p:pic>
        <p:nvPicPr>
          <p:cNvPr id="4" name="Picture 3" descr="obi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144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CEBFF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41E3C"/>
                </a:solidFill>
                <a:latin typeface="Calibri"/>
              </a:rPr>
              <a:t>Contact (inventat)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620000"/>
            <a:ext cx="5040000" cy="1080000"/>
          </a:xfrm>
          <a:prstGeom prst="roundRect">
            <a:avLst/>
          </a:prstGeom>
          <a:solidFill>
            <a:srgbClr val="28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/>
              <a:t>elev_test@scoala.ro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3060000"/>
            <a:ext cx="5040000" cy="1080000"/>
          </a:xfrm>
          <a:prstGeom prst="roundRect">
            <a:avLst/>
          </a:prstGeom>
          <a:solidFill>
            <a:srgbClr val="28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/>
              <a:t>0700-000-000</a:t>
            </a:r>
          </a:p>
        </p:txBody>
      </p:sp>
      <p:pic>
        <p:nvPicPr>
          <p:cNvPr id="5" name="Picture 4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620000"/>
            <a:ext cx="2880000" cy="21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57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E3C"/>
                </a:solidFill>
                <a:latin typeface="Calibri"/>
              </a:rPr>
              <a:t>Sursa imaginilor: Pexels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