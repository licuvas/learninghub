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5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93"/>
                </a:solidFill>
                <a:latin typeface="Calibri"/>
              </a:rPr>
              <a:t>Despre mine - Andrei</a:t>
            </a:r>
          </a:p>
        </p:txBody>
      </p:sp>
      <p:pic>
        <p:nvPicPr>
          <p:cNvPr id="3" name="Picture 2" descr="cop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0" y="2000000"/>
            <a:ext cx="5600000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00000"/>
            <a:ext cx="11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Hobby-urile mele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0000" y="1500000"/>
            <a:ext cx="7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Fotbal cu prietenii</a:t>
            </a:r>
          </a:p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Desenez benzi desenate</a:t>
            </a:r>
          </a:p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Citesc povesti SF</a:t>
            </a:r>
          </a:p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Construiesc cu Lego</a:t>
            </a:r>
          </a:p>
        </p:txBody>
      </p:sp>
      <p:pic>
        <p:nvPicPr>
          <p:cNvPr id="4" name="Picture 3" descr="hobby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500000"/>
            <a:ext cx="900000" cy="900000"/>
          </a:xfrm>
          <a:prstGeom prst="rect">
            <a:avLst/>
          </a:prstGeom>
        </p:spPr>
      </p:pic>
      <p:pic>
        <p:nvPicPr>
          <p:cNvPr id="5" name="Picture 4" descr="hobby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2600000"/>
            <a:ext cx="900000" cy="900000"/>
          </a:xfrm>
          <a:prstGeom prst="rect">
            <a:avLst/>
          </a:prstGeom>
        </p:spPr>
      </p:pic>
      <p:pic>
        <p:nvPicPr>
          <p:cNvPr id="6" name="Picture 5" descr="hobby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0" y="3700000"/>
            <a:ext cx="900000" cy="900000"/>
          </a:xfrm>
          <a:prstGeom prst="rect">
            <a:avLst/>
          </a:prstGeom>
        </p:spPr>
      </p:pic>
      <p:pic>
        <p:nvPicPr>
          <p:cNvPr id="7" name="Picture 6" descr="hobby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00" y="4800000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00000"/>
            <a:ext cx="11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Familia mea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6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0392B"/>
                </a:solidFill>
                <a:latin typeface="Calibri"/>
              </a:rPr>
              <a:t>Mama: Ana</a:t>
            </a:r>
          </a:p>
          <a:p>
            <a:r>
              <a:rPr sz="3200" b="1">
                <a:solidFill>
                  <a:srgbClr val="1E8449"/>
                </a:solidFill>
                <a:latin typeface="Calibri"/>
              </a:rPr>
              <a:t>Tata: Mihai</a:t>
            </a:r>
          </a:p>
          <a:p>
            <a:r>
              <a:rPr sz="3200" b="1">
                <a:solidFill>
                  <a:srgbClr val="7D3C98"/>
                </a:solidFill>
                <a:latin typeface="Calibri"/>
              </a:rPr>
              <a:t>Sora: Ioana</a:t>
            </a:r>
          </a:p>
        </p:txBody>
      </p:sp>
      <p:pic>
        <p:nvPicPr>
          <p:cNvPr id="4" name="Picture 3" descr="famil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0" y="1600000"/>
            <a:ext cx="48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00000"/>
            <a:ext cx="11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Obiectivele mele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7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sz="2800" b="0">
                <a:solidFill>
                  <a:srgbClr val="000000"/>
                </a:solidFill>
                <a:latin typeface="Calibri"/>
              </a:rPr>
              <a:t>Nota 10 la matematica</a:t>
            </a:r>
          </a:p>
          <a:p>
            <a:pPr marL="457200" indent="-457200">
              <a:buFont typeface="+mj-lt"/>
              <a:buAutoNum type="arabicPeriod"/>
            </a:pPr>
            <a:r>
              <a:rPr sz="2800" b="0">
                <a:solidFill>
                  <a:srgbClr val="000000"/>
                </a:solidFill>
                <a:latin typeface="Calibri"/>
              </a:rPr>
              <a:t>Invat sa inot</a:t>
            </a:r>
          </a:p>
          <a:p>
            <a:pPr marL="457200" indent="-457200">
              <a:buFont typeface="+mj-lt"/>
              <a:buAutoNum type="arabicPeriod"/>
            </a:pPr>
            <a:r>
              <a:rPr sz="2800" b="0">
                <a:solidFill>
                  <a:srgbClr val="000000"/>
                </a:solidFill>
                <a:latin typeface="Calibri"/>
              </a:rPr>
              <a:t>Citesc 12 carti</a:t>
            </a:r>
          </a:p>
          <a:p>
            <a:pPr marL="457200" indent="-457200">
              <a:buFont typeface="+mj-lt"/>
              <a:buAutoNum type="arabicPeriod"/>
            </a:pPr>
            <a:r>
              <a:rPr sz="2800" b="0">
                <a:solidFill>
                  <a:srgbClr val="000000"/>
                </a:solidFill>
                <a:latin typeface="Calibri"/>
              </a:rPr>
              <a:t>Castig turneul de sah</a:t>
            </a:r>
          </a:p>
        </p:txBody>
      </p:sp>
      <p:pic>
        <p:nvPicPr>
          <p:cNvPr id="4" name="Picture 3" descr="obi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0" y="16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CEBFF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00000"/>
            <a:ext cx="11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Contact (inventat)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000" y="2000000"/>
            <a:ext cx="4600000" cy="1600000"/>
          </a:xfrm>
          <a:prstGeom prst="roundRect">
            <a:avLst/>
          </a:prstGeom>
          <a:solidFill>
            <a:srgbClr val="1F3A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elev@scoala.ro</a:t>
            </a:r>
          </a:p>
        </p:txBody>
      </p:sp>
      <p:sp>
        <p:nvSpPr>
          <p:cNvPr id="4" name="Oval 3"/>
          <p:cNvSpPr/>
          <p:nvPr/>
        </p:nvSpPr>
        <p:spPr>
          <a:xfrm>
            <a:off x="6000000" y="2000000"/>
            <a:ext cx="4600000" cy="1600000"/>
          </a:xfrm>
          <a:prstGeom prst="ellipse">
            <a:avLst/>
          </a:prstGeom>
          <a:solidFill>
            <a:srgbClr val="E67E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0700-000-000</a:t>
            </a:r>
          </a:p>
        </p:txBody>
      </p:sp>
      <p:pic>
        <p:nvPicPr>
          <p:cNvPr id="5" name="Picture 4" descr="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0" y="4000000"/>
            <a:ext cx="2933333" cy="2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