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200000"/>
            <a:ext cx="8000000" cy="6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74C3C"/>
                </a:solidFill>
                <a:latin typeface="Times New Roman"/>
              </a:rPr>
              <a:t>Randul 1: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Comic Sans MS"/>
              </a:rPr>
              <a:t>Randul 2: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Arial"/>
              </a:rPr>
              <a:t>Randul 3: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Times New Roman"/>
              </a:rPr>
              <a:t>Randul 4: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Comic Sans MS"/>
              </a:rPr>
              <a:t>Randul 5: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Arial"/>
              </a:rPr>
              <a:t>Randul 6: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Times New Roman"/>
              </a:rPr>
              <a:t>Randul 7: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Comic Sans MS"/>
              </a:rPr>
              <a:t>Randul 8: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Arial"/>
              </a:rPr>
              <a:t>Randul 9: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Times New Roman"/>
              </a:rPr>
              <a:t>Randul 10: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Comic Sans MS"/>
              </a:rPr>
              <a:t>Randul 11: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Arial"/>
              </a:rPr>
              <a:t>Randul 12: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Times New Roman"/>
              </a:rPr>
              <a:t>Randul 13: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Comic Sans MS"/>
              </a:rPr>
              <a:t>Randul 14: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Arial"/>
              </a:rPr>
              <a:t>Randul 15: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Times New Roman"/>
              </a:rPr>
              <a:t>Randul 16: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Comic Sans MS"/>
              </a:rPr>
              <a:t>Randul 17: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Arial"/>
              </a:rPr>
              <a:t>Randul 18: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Times New Roman"/>
              </a:rPr>
              <a:t>Randul 19: text lung copiat din carte despre ciclul apei in natura</a:t>
            </a:r>
          </a:p>
          <a:p>
            <a:r>
              <a:rPr sz="1200" b="0">
                <a:solidFill>
                  <a:srgbClr val="E74C3C"/>
                </a:solidFill>
                <a:latin typeface="Comic Sans MS"/>
              </a:rPr>
              <a:t>Randul 20: text lung copiat din carte despre ciclul apei in natura</a:t>
            </a:r>
          </a:p>
        </p:txBody>
      </p:sp>
      <p:pic>
        <p:nvPicPr>
          <p:cNvPr id="3" name="Picture 2" descr="m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0" y="5900000"/>
            <a:ext cx="933333" cy="7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Calibri"/>
              </a:rPr>
              <a:t>Ciclul apei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15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400" b="0">
                <a:solidFill>
                  <a:srgbClr val="000000"/>
                </a:solidFill>
                <a:latin typeface="Calibri"/>
              </a:rPr>
              <a:t>Apa se evapora</a:t>
            </a:r>
          </a:p>
          <a:p>
            <a:pPr marL="457200" indent="-457200">
              <a:buFont typeface="Arial"/>
              <a:buChar char="•"/>
            </a:pPr>
            <a:r>
              <a:rPr sz="2400" b="0">
                <a:solidFill>
                  <a:srgbClr val="000000"/>
                </a:solidFill>
                <a:latin typeface="Calibri"/>
              </a:rPr>
              <a:t>Norii se formeaza</a:t>
            </a:r>
          </a:p>
          <a:p>
            <a:pPr marL="457200" indent="-457200">
              <a:buFont typeface="Arial"/>
              <a:buChar char="•"/>
            </a:pPr>
            <a:r>
              <a:rPr sz="2400" b="0">
                <a:solidFill>
                  <a:srgbClr val="000000"/>
                </a:solidFill>
                <a:latin typeface="Calibri"/>
              </a:rPr>
              <a:t>Ploua pe pamant</a:t>
            </a:r>
          </a:p>
          <a:p>
            <a:pPr marL="457200" indent="-457200">
              <a:buFont typeface="Arial"/>
              <a:buChar char="•"/>
            </a:pPr>
            <a:r>
              <a:rPr sz="2400" b="0">
                <a:solidFill>
                  <a:srgbClr val="000000"/>
                </a:solidFill>
                <a:latin typeface="Calibri"/>
              </a:rPr>
              <a:t>Apa ajunge in rauri</a:t>
            </a:r>
          </a:p>
        </p:txBody>
      </p:sp>
      <p:pic>
        <p:nvPicPr>
          <p:cNvPr id="4" name="Picture 3" descr="cic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1300000"/>
            <a:ext cx="6133333" cy="4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