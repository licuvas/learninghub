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8E44AD"/>
                </a:solidFill>
                <a:latin typeface="Calibri"/>
              </a:rPr>
              <a:t>Pisicile - animalul meu preferat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400000"/>
            <a:ext cx="5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Sunt jucause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2300000"/>
            <a:ext cx="5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1">
                <a:solidFill>
                  <a:srgbClr val="1E8449"/>
                </a:solidFill>
                <a:latin typeface="Calibri"/>
              </a:rPr>
              <a:t>Dorm 16 ore pe 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200000"/>
            <a:ext cx="5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u="sng">
                <a:solidFill>
                  <a:srgbClr val="C0392B"/>
                </a:solidFill>
                <a:latin typeface="Calibri"/>
              </a:rPr>
              <a:t>Torc cand sunt fericite</a:t>
            </a:r>
          </a:p>
        </p:txBody>
      </p:sp>
      <p:pic>
        <p:nvPicPr>
          <p:cNvPr id="6" name="Picture 5" descr="pisic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000" y="1400000"/>
            <a:ext cx="3200000" cy="2400000"/>
          </a:xfrm>
          <a:prstGeom prst="rect">
            <a:avLst/>
          </a:prstGeom>
        </p:spPr>
      </p:pic>
      <p:pic>
        <p:nvPicPr>
          <p:cNvPr id="7" name="Picture 6" descr="pisic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00" y="4000000"/>
            <a:ext cx="3200000" cy="24000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900000" y="4400000"/>
            <a:ext cx="1600000" cy="1600000"/>
          </a:xfrm>
          <a:prstGeom prst="ellipse">
            <a:avLst/>
          </a:prstGeom>
          <a:solidFill>
            <a:srgbClr val="F4D03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2800" b="0">
                <a:solidFill>
                  <a:srgbClr val="000000"/>
                </a:solidFill>
                <a:latin typeface="Calibri"/>
              </a:rPr>
              <a:t>Usor: titlul colorat</a:t>
            </a:r>
          </a:p>
          <a:p>
            <a:pPr marL="457200" indent="-457200">
              <a:buFont typeface="Arial"/>
              <a:buChar char="•"/>
            </a:pPr>
            <a:r>
              <a:rPr sz="2800" b="0">
                <a:solidFill>
                  <a:srgbClr val="000000"/>
                </a:solidFill>
                <a:latin typeface="Calibri"/>
              </a:rPr>
              <a:t>Greu: de unde iau imagini?</a:t>
            </a:r>
          </a:p>
          <a:p>
            <a:pPr marL="457200" indent="-457200">
              <a:buFont typeface="Arial"/>
              <a:buChar char="•"/>
            </a:pPr>
            <a:r>
              <a:rPr sz="2800" b="0">
                <a:solidFill>
                  <a:srgbClr val="000000"/>
                </a:solidFill>
                <a:latin typeface="Calibri"/>
              </a:rPr>
              <a:t>Nu am stiut: forma rotunda perfecta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