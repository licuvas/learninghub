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72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/>
              <a:t>Bine ai venit!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4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Tipuri de Animatii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Entrance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0" y="288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Emphasis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288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0000" y="2880000"/>
            <a:ext cx="252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Motion Paths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5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 0 0.1 0.18 0 0.18 C -0.1 0.18 -0.1 0 0 0 E" pathEditMode="relative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080000"/>
            <a:ext cx="9360000" cy="4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• atrage atentia</a:t>
            </a:r>
          </a:p>
          <a:p>
            <a:r>
              <a:rPr sz="2800"/>
              <a:t>• controleaza ritmul</a:t>
            </a:r>
          </a:p>
          <a:p>
            <a:r>
              <a:rPr sz="2800"/>
              <a:t>• evidentiaza idei cheie</a:t>
            </a:r>
          </a:p>
          <a:p>
            <a:r>
              <a:rPr sz="2800"/>
              <a:t>• face prezentarea mai clara</a:t>
            </a:r>
          </a:p>
          <a:p>
            <a:r>
              <a:rPr sz="2800"/>
              <a:t>• ajuta memorarea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nodeType="after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" presetClass="entr" presetSubtype="4" fill="hold" nodeType="after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" presetClass="entr" presetSubtype="4" fill="hold" nodeType="afterEffect" grpId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20000" y="720000"/>
            <a:ext cx="720000" cy="72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0" y="4320000"/>
            <a:ext cx="144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0" y="4320000"/>
            <a:ext cx="144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 0 0.3 0.25 0.15 0.25 C 0 0.25 0 0.5 0.3 0.5 E" pathEditMode="relative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720000"/>
            <a:ext cx="216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Apasa aici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0" y="720000"/>
            <a:ext cx="64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Ai apasat butonul!</a:t>
            </a:r>
          </a:p>
        </p:txBody>
      </p:sp>
      <p:sp>
        <p:nvSpPr>
          <p:cNvPr id="4" name="Oval 3"/>
          <p:cNvSpPr/>
          <p:nvPr/>
        </p:nvSpPr>
        <p:spPr>
          <a:xfrm>
            <a:off x="4320000" y="3240000"/>
            <a:ext cx="1800000" cy="180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