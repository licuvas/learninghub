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/>
              <a:t>Albinele - mici, dar importante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800"/>
              <a:t>Autor: Elev, clasa a VI-a</a:t>
            </a:r>
          </a:p>
          <a:p>
            <a:r>
              <a:rPr sz="2800"/>
              <a:t>13.11.2026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4000"/>
              <a:t>Cuprins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rPr sz="2800">
                <a:hlinkClick r:id="rId2" action="ppaction://hlinksldjump"/>
              </a:rPr>
              <a:t>Cum arată o albină</a:t>
            </a:r>
          </a:p>
          <a:p>
            <a:pPr>
              <a:buAutoNum type="arabicPeriod"/>
            </a:pPr>
            <a:r>
              <a:rPr sz="2800">
                <a:hlinkClick r:id="rId3" action="ppaction://hlinksldjump"/>
              </a:rPr>
              <a:t>Viața în stup</a:t>
            </a:r>
          </a:p>
          <a:p>
            <a:pPr>
              <a:buAutoNum type="arabicPeriod"/>
            </a:pPr>
            <a:r>
              <a:rPr sz="2800">
                <a:hlinkClick r:id="rId4" action="ppaction://hlinksldjump"/>
              </a:rPr>
              <a:t>De ce avem nevoie de albine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/>
              <a:t>Cum arată o albină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>
            <a:pPr>
              <a:buAutoNum type="arabicPeriod"/>
            </a:pPr>
            <a:r>
              <a:rPr sz="2800"/>
              <a:t>Corp în </a:t>
            </a:r>
            <a:r>
              <a:rPr sz="2800" b="1">
                <a:solidFill>
                  <a:srgbClr val="1F4E9A"/>
                </a:solidFill>
              </a:rPr>
              <a:t>trei</a:t>
            </a:r>
            <a:r>
              <a:rPr sz="2800"/>
              <a:t> părți</a:t>
            </a:r>
          </a:p>
          <a:p>
            <a:pPr>
              <a:buAutoNum type="arabicPeriod"/>
            </a:pPr>
            <a:r>
              <a:rPr sz="2800"/>
              <a:t>Șase picioare, patru aripi</a:t>
            </a:r>
          </a:p>
          <a:p>
            <a:pPr>
              <a:buAutoNum type="arabicPeriod"/>
            </a:pPr>
            <a:r>
              <a:rPr sz="2800"/>
              <a:t>Dungi galbene și negre</a:t>
            </a:r>
          </a:p>
        </p:txBody>
      </p:sp>
      <p:pic>
        <p:nvPicPr>
          <p:cNvPr id="4" name="Picture 3" descr="img_alb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194560"/>
            <a:ext cx="3017520" cy="3017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/>
              <a:t>Viața în stup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>
            <a:pPr>
              <a:buAutoNum type="arabicPeriod"/>
            </a:pPr>
            <a:r>
              <a:rPr sz="2800"/>
              <a:t>O </a:t>
            </a:r>
            <a:r>
              <a:rPr sz="2800" b="1">
                <a:solidFill>
                  <a:srgbClr val="1F4E9A"/>
                </a:solidFill>
              </a:rPr>
              <a:t>regină</a:t>
            </a:r>
            <a:r>
              <a:rPr sz="2800"/>
              <a:t>, multe lucrătoare</a:t>
            </a:r>
          </a:p>
          <a:p>
            <a:pPr>
              <a:buAutoNum type="arabicPeriod"/>
            </a:pPr>
            <a:r>
              <a:rPr sz="2800"/>
              <a:t>Lucrătoarele adună nectar</a:t>
            </a:r>
          </a:p>
          <a:p>
            <a:pPr>
              <a:buAutoNum type="arabicPeriod"/>
            </a:pPr>
            <a:r>
              <a:rPr sz="2800"/>
              <a:t>Mierea se păstrează în faguri</a:t>
            </a:r>
          </a:p>
        </p:txBody>
      </p:sp>
      <p:pic>
        <p:nvPicPr>
          <p:cNvPr id="4" name="Picture 3" descr="img_s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194560"/>
            <a:ext cx="3017520" cy="3017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/>
              <a:t>De ce avem nevoie de albine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>
            <a:pPr>
              <a:buAutoNum type="arabicPeriod"/>
            </a:pPr>
            <a:r>
              <a:rPr sz="2800" b="1">
                <a:solidFill>
                  <a:srgbClr val="1F4E9A"/>
                </a:solidFill>
              </a:rPr>
              <a:t>Polenizează</a:t>
            </a:r>
            <a:r>
              <a:rPr sz="2800"/>
              <a:t> florile</a:t>
            </a:r>
          </a:p>
          <a:p>
            <a:pPr>
              <a:buAutoNum type="arabicPeriod"/>
            </a:pPr>
            <a:r>
              <a:rPr sz="2800"/>
              <a:t>Ajută fructele să crească</a:t>
            </a:r>
          </a:p>
          <a:p>
            <a:pPr>
              <a:buAutoNum type="arabicPeriod"/>
            </a:pPr>
            <a:r>
              <a:rPr sz="2800"/>
              <a:t>Ne dau miere și ceară</a:t>
            </a:r>
          </a:p>
        </p:txBody>
      </p:sp>
      <p:pic>
        <p:nvPicPr>
          <p:cNvPr id="4" name="Picture 3" descr="img_flo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194560"/>
            <a:ext cx="3017520" cy="3017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/>
              <a:t>Concluzie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Fără albine, mai puține fructe</a:t>
            </a:r>
          </a:p>
          <a:p>
            <a:r>
              <a:rPr sz="2800"/>
              <a:t>Plantează flori pentru albine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/>
              <a:t>Mulțumesc pentru atenție!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Bibliografie:</a:t>
            </a:r>
          </a:p>
          <a:p>
            <a:r>
              <a:rPr sz="2400"/>
              <a:t>Manualul de biologie, clasa a V-a</a:t>
            </a:r>
          </a:p>
          <a:p>
            <a:r>
              <a:rPr sz="2400"/>
              <a:t>Imagini: desene proprii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