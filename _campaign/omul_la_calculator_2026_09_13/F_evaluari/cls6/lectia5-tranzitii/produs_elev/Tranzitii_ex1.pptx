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Hobby-ul meu: Fotbalul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De ce imi place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Cum practic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Realizari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Multumesc!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