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Primul diapozitiv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Al doilea diapozitiv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3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/>
              <a:t>Al treilea diapozitiv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1000">
        <p:push dir="l"/>
      </p:transition>
    </mc:Choice>
    <mc:Fallback>
      <p:transition spd="med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