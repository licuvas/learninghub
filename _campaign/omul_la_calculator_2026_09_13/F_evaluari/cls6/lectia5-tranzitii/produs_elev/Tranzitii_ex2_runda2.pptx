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0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Runda 2 - diapozitivul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1000">
        <p14:prism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0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Runda 2 - diapozitivul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1000">
        <p14:prism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0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Runda 2 - diapozitivul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1000">
        <p14:prism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