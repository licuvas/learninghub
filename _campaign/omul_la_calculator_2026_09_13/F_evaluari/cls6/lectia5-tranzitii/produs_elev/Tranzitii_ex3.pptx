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440000"/>
            <a:ext cx="93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/>
              <a:t>Tranzitii si animatii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324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Prezentare automata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57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Continut 1</a:t>
            </a:r>
          </a:p>
        </p:txBody>
      </p:sp>
      <p:sp>
        <p:nvSpPr>
          <p:cNvPr id="3" name="!!Forma"/>
          <p:cNvSpPr/>
          <p:nvPr/>
        </p:nvSpPr>
        <p:spPr>
          <a:xfrm>
            <a:off x="7200000" y="2160000"/>
            <a:ext cx="2160000" cy="14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 advClick="0" advTm="8000">
        <p:push dir="l"/>
      </p:transition>
    </mc:Choice>
    <mc:Fallback>
      <p:transition spd="med" advClick="0" advTm="8000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57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Continut 2</a:t>
            </a:r>
          </a:p>
        </p:txBody>
      </p:sp>
      <p:sp>
        <p:nvSpPr>
          <p:cNvPr id="3" name="!!Forma"/>
          <p:cNvSpPr/>
          <p:nvPr/>
        </p:nvSpPr>
        <p:spPr>
          <a:xfrm>
            <a:off x="7200000" y="2160000"/>
            <a:ext cx="2160000" cy="14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 advClick="0" advTm="8000">
        <p:push dir="l"/>
      </p:transition>
    </mc:Choice>
    <mc:Fallback>
      <p:transition spd="med" advClick="0" advTm="8000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57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Continut 2</a:t>
            </a:r>
          </a:p>
        </p:txBody>
      </p:sp>
      <p:sp>
        <p:nvSpPr>
          <p:cNvPr id="3" name="!!Forma"/>
          <p:cNvSpPr/>
          <p:nvPr/>
        </p:nvSpPr>
        <p:spPr>
          <a:xfrm>
            <a:off x="1440000" y="2880000"/>
            <a:ext cx="4320000" cy="28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000" advClick="0" advTm="6000">
        <p159:morph option="byObject"/>
      </p:transition>
    </mc:Choice>
    <mc:Fallback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080000"/>
            <a:ext cx="9360000" cy="3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• Fade e discret</a:t>
            </a:r>
          </a:p>
          <a:p>
            <a:r>
              <a:rPr sz="3000"/>
              <a:t>• Push arata directia</a:t>
            </a:r>
          </a:p>
          <a:p>
            <a:r>
              <a:rPr sz="3000"/>
              <a:t>• Morph arata miscarea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"/>
                            </p:stCondLst>
                            <p:childTnLst>
                              <p:par>
                                <p:cTn id="9" presetID="1" presetClass="entr" presetSubtype="0" fill="hold" nodeType="afterEffect" grpId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2"/>
                            </p:stCondLst>
                            <p:childTnLst>
                              <p:par>
                                <p:cTn id="13" presetID="1" presetClass="entr" presetSubtype="0" fill="hold" nodeType="afterEffect" grpId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0" y="2520000"/>
            <a:ext cx="72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/>
              <a:t>Multumesc!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 advClick="0" advTm="4000">
        <p:fade/>
      </p:transition>
    </mc:Choice>
    <mc:Fallback>
      <p:transition spd="med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