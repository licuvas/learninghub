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0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Runda 3 - diapozitivul 1</a:t>
            </a:r>
          </a:p>
        </p:txBody>
      </p:sp>
      <p:sp>
        <p:nvSpPr>
          <p:cNvPr id="3" name="!!Cerc"/>
          <p:cNvSpPr/>
          <p:nvPr/>
        </p:nvSpPr>
        <p:spPr>
          <a:xfrm>
            <a:off x="720000" y="2160000"/>
            <a:ext cx="1080000" cy="1080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0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Runda 3 - diapozitivul 2</a:t>
            </a:r>
          </a:p>
        </p:txBody>
      </p:sp>
      <p:sp>
        <p:nvSpPr>
          <p:cNvPr id="3" name="!!Cerc"/>
          <p:cNvSpPr/>
          <p:nvPr/>
        </p:nvSpPr>
        <p:spPr>
          <a:xfrm>
            <a:off x="3600000" y="2160000"/>
            <a:ext cx="1800000" cy="1800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0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Runda 3 - diapozitivul 3</a:t>
            </a:r>
          </a:p>
        </p:txBody>
      </p:sp>
      <p:sp>
        <p:nvSpPr>
          <p:cNvPr id="3" name="!!Cerc"/>
          <p:cNvSpPr/>
          <p:nvPr/>
        </p:nvSpPr>
        <p:spPr>
          <a:xfrm>
            <a:off x="6480000" y="2160000"/>
            <a:ext cx="2520000" cy="2520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