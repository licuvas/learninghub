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2" r:id="rId13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0A5FA"/>
            </a:gs>
            <a:gs pos="100000">
              <a:srgbClr val="3B82F6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Pasiunile Mele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Nume Prenume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Pasiunea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Desenez in fiecare zi.</a:t>
            </a:r>
          </a:p>
        </p:txBody>
      </p:sp>
      <p:pic>
        <p:nvPicPr>
          <p:cNvPr id="4" name="Picture 3" descr="pasiune1_des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000" y="2600000"/>
            <a:ext cx="3200000" cy="24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 ce imi plac?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Ma relaxeaza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Ma misc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Poza mea preferata</a:t>
            </a:r>
          </a:p>
        </p:txBody>
      </p:sp>
      <p:pic>
        <p:nvPicPr>
          <p:cNvPr id="3" name="Picture Placeholder 2" descr="poza_preferata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Inainte si dupa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Inainte de pasiune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Stateam mult la telefon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Dupa ce am descoperit pasiunea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Desenez si ies afara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Multumesc pentru atentie!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Pasiunea #2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Joc fotbal cu prietenii.</a:t>
            </a:r>
          </a:p>
        </p:txBody>
      </p:sp>
      <p:pic>
        <p:nvPicPr>
          <p:cNvPr id="4" name="Picture 3" descr="pasiune1_des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000" y="2600000"/>
            <a:ext cx="3200000" cy="24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