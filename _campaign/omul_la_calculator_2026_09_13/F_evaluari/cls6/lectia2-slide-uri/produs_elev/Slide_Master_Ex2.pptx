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7544000" y="150000"/>
            <a:ext cx="14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VG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Georgia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44000" y="6258000"/>
            <a:ext cx="11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fld id="{B6F15528-21DE-4FAA-801E-634DDDAF4B2B}" type="slidenum">
              <a:rPr lang="ro-RO"/>
              <a:t>‹#›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3000000" y="6258000"/>
            <a:ext cx="3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Prezentare Nume Prenume - 2026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44000" y="6258000"/>
            <a:ext cx="11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fld id="{B6F15528-21DE-4FAA-801E-634DDDAF4B2B}" type="slidenum">
              <a:rPr lang="ro-RO"/>
              <a:t>‹#›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3000000" y="6258000"/>
            <a:ext cx="3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Prezentare Nume Prenume - 2026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844000" y="6258000"/>
            <a:ext cx="11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fld id="{B6F15528-21DE-4FAA-801E-634DDDAF4B2B}" type="slidenum">
              <a:rPr lang="ro-RO"/>
              <a:t>‹#›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3000000" y="6258000"/>
            <a:ext cx="3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Prezentare Nume Prenume - 2026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