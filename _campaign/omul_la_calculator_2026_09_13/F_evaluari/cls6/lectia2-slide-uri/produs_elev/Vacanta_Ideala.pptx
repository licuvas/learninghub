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9" r:id="rId10"/>
    <p:sldId id="257" r:id="rId8"/>
    <p:sldId id="258" r:id="rId9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Vacanta Ideala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 merg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Munte sau mare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 iau cu mine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1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Inainte / dupa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