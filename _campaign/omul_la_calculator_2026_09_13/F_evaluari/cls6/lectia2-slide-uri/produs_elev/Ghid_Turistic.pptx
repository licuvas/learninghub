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5" r:id="rId16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544000" y="150000"/>
            <a:ext cx="14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Nume Prenume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0A5FA"/>
            </a:gs>
            <a:gs pos="100000">
              <a:srgbClr val="3B82F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Descopera Piatra Neamt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Ghid turistic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Harta</a:t>
            </a:r>
          </a:p>
        </p:txBody>
      </p:sp>
      <p:pic>
        <p:nvPicPr>
          <p:cNvPr id="3" name="Picture Placeholder 2" descr="harta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Istoric pe scurt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Oras vechi, pe Bistrita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Obiectiv 1: Cetatuia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Telegondola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Obiectiv 3: Muzeul Cucuteni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Ceramica veche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Mancare traditionala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Placinte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Branza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Evenimente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Festivaluri de vara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Informatii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Transport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Autobuz, tren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Cazare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Pensiuni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ce sa vizitezi?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Obiectiv 2: Curtea Domneasca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Telegondola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Realizat de Nume Prenume, clasa a VI-a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