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 prezint si spun de ce imi place fotbalul.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Spun pe scurt, fara sa citesc de pe ecran.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 Popescu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Clasa a VI-a · Hobby: fotbal</a:t>
            </a:r>
          </a:p>
        </p:txBody>
      </p:sp>
      <p:pic>
        <p:nvPicPr>
          <p:cNvPr id="4" name="Picture 3" descr="hobby_fotb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432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Lucruri despre mine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Culoarea preferata: albastru</a:t>
            </a:r>
          </a:p>
          <a:p>
            <a:r>
              <a:t>Sport: fotbal</a:t>
            </a:r>
          </a:p>
          <a:p>
            <a:r>
              <a:t>Materia preferata: informatica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imi place sa fac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Fotbal</a:t>
            </a:r>
          </a:p>
          <a:p>
            <a:r>
              <a:t>Desen</a:t>
            </a:r>
          </a:p>
          <a:p>
            <a:r>
              <a:t>Jocuri de logica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Visul meu</a:t>
            </a:r>
          </a:p>
        </p:txBody>
      </p:sp>
      <p:pic>
        <p:nvPicPr>
          <p:cNvPr id="3" name="Picture 2" descr="visul_meu_med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3657600" cy="2743200"/>
          </a:xfrm>
          <a:prstGeom prst="rect">
            <a:avLst/>
          </a:prstGeom>
        </p:spPr>
      </p:pic>
      <p:pic>
        <p:nvPicPr>
          <p:cNvPr id="4" name="Picture 3" descr="visul_meu_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Multumesc!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Intrebari?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