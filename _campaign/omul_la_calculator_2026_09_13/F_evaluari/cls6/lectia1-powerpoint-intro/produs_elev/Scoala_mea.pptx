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Salut clasa si spun despre ce vorbesc.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Descriu pe scurt cladirea.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Arat cele doua tipuri de sali.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 dau nume de persoane fara acord.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Povestesc o zi obisnuita.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Spun ce activitati imi plac.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 doua lucruri.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Multumesc si intreb daca sunt intrebari.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Scoala mea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Liceul de Arte - clasa a VI-a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Cladirea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Doua corpuri</a:t>
            </a:r>
          </a:p>
          <a:p>
            <a:r>
              <a:t>Curte interioara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Laboratorul de TIC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Profesorii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Diriginta</a:t>
            </a:r>
          </a:p>
          <a:p>
            <a:r>
              <a:t>Profesorii de specialitate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zi la scoala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Cercul de desen</a:t>
            </a:r>
          </a:p>
          <a:p>
            <a:r>
              <a:t>Concursuri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imi place / ce as schimba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Imi place: atelierul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Concluzie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Imi place scoala mea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