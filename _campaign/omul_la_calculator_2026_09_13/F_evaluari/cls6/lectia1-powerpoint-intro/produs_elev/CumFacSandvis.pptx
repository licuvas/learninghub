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Cum sa faci un sandvis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 Popescu</a:t>
            </a:r>
          </a:p>
        </p:txBody>
      </p:sp>
      <p:pic>
        <p:nvPicPr>
          <p:cNvPr id="4" name="Picture 3" descr="sand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Materiale necesare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Paine</a:t>
            </a:r>
          </a:p>
          <a:p>
            <a:r>
              <a:t>Unt</a:t>
            </a:r>
          </a:p>
          <a:p>
            <a:r>
              <a:t>Cascaval</a:t>
            </a:r>
          </a:p>
          <a:p>
            <a:r>
              <a:t>Rosii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Tai painea</a:t>
            </a:r>
          </a:p>
          <a:p>
            <a:r>
              <a:t>2. Ung cu unt</a:t>
            </a:r>
          </a:p>
          <a:p>
            <a:r>
              <a:t>3. Pun cascavalul si rosiile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Sandvisul e gata</a:t>
            </a:r>
          </a:p>
          <a:p>
            <a:r>
              <a:t>Sfat bonus: spala-te pe maini inainte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