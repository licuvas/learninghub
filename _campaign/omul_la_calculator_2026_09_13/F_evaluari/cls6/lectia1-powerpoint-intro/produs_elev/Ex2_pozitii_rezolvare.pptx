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14"/>
    <p:sldId id="261" r:id="rId12"/>
    <p:sldId id="259" r:id="rId10"/>
    <p:sldId id="258" r:id="rId9"/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2" Type="http://schemas.openxmlformats.org/officeDocument/2006/relationships/slide" Target="slides/slide6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