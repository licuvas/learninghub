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Despre mine - Ana</a:t>
            </a:r>
          </a:p>
        </p:txBody>
      </p:sp>
      <p:pic>
        <p:nvPicPr>
          <p:cNvPr id="3" name="Picture 2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3931920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Hobby-urile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• Desenez peisaje in weekend</a:t>
            </a:r>
          </a:p>
          <a:p>
            <a:r>
              <a:rPr sz="2400">
                <a:latin typeface="Calibri"/>
              </a:rPr>
              <a:t>• Joc sah cu bunicul</a:t>
            </a:r>
          </a:p>
          <a:p>
            <a:r>
              <a:rPr sz="2400">
                <a:latin typeface="Calibri"/>
              </a:rPr>
              <a:t>• Citesc romane de aventura</a:t>
            </a:r>
          </a:p>
          <a:p>
            <a:r>
              <a:rPr sz="2400">
                <a:latin typeface="Calibri"/>
              </a:rPr>
              <a:t>• Merg cu bicicleta</a:t>
            </a:r>
          </a:p>
          <a:p>
            <a:r>
              <a:rPr sz="2400">
                <a:latin typeface="Calibri"/>
              </a:rPr>
              <a:t>• Cant la chitara</a:t>
            </a:r>
          </a:p>
        </p:txBody>
      </p:sp>
      <p:pic>
        <p:nvPicPr>
          <p:cNvPr id="4" name="Picture 3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548640" cy="411480"/>
          </a:xfrm>
          <a:prstGeom prst="rect">
            <a:avLst/>
          </a:prstGeom>
        </p:spPr>
      </p:pic>
      <p:pic>
        <p:nvPicPr>
          <p:cNvPr id="5" name="Picture 4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75688"/>
            <a:ext cx="548640" cy="411480"/>
          </a:xfrm>
          <a:prstGeom prst="rect">
            <a:avLst/>
          </a:prstGeom>
        </p:spPr>
      </p:pic>
      <p:pic>
        <p:nvPicPr>
          <p:cNvPr id="6" name="Picture 5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51176"/>
            <a:ext cx="548640" cy="411480"/>
          </a:xfrm>
          <a:prstGeom prst="rect">
            <a:avLst/>
          </a:prstGeom>
        </p:spPr>
      </p:pic>
      <p:pic>
        <p:nvPicPr>
          <p:cNvPr id="7" name="Picture 6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026664"/>
            <a:ext cx="548640" cy="411480"/>
          </a:xfrm>
          <a:prstGeom prst="rect">
            <a:avLst/>
          </a:prstGeom>
        </p:spPr>
      </p:pic>
      <p:pic>
        <p:nvPicPr>
          <p:cNvPr id="8" name="Picture 7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02152"/>
            <a:ext cx="5486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Familia mea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• Mama - Maria</a:t>
            </a:r>
          </a:p>
          <a:p>
            <a:r>
              <a:rPr sz="2400">
                <a:latin typeface="Calibri"/>
              </a:rPr>
              <a:t>• Tata - Ion</a:t>
            </a:r>
          </a:p>
          <a:p>
            <a:r>
              <a:rPr sz="2400">
                <a:latin typeface="Calibri"/>
              </a:rPr>
              <a:t>• Sora - Ioana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Obiectivele mele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1. Invat sa programez jocuri</a:t>
            </a:r>
          </a:p>
          <a:p>
            <a:r>
              <a:rPr sz="2400">
                <a:latin typeface="Calibri"/>
              </a:rPr>
              <a:t>2. Citesc douazeci de carti</a:t>
            </a:r>
          </a:p>
          <a:p>
            <a:r>
              <a:rPr sz="2400">
                <a:latin typeface="Calibri"/>
              </a:rPr>
              <a:t>3. Castig concursul de sah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Contact (fictiv)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4572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elev_test@scoala.ro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743200"/>
            <a:ext cx="45720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/>
              <a:t>0700-000-000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Ciclul apei in natura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Calibri"/>
              </a:rPr>
              <a:t>• Apa se evapora la soare</a:t>
            </a:r>
          </a:p>
          <a:p>
            <a:r>
              <a:rPr sz="2400">
                <a:latin typeface="Calibri"/>
              </a:rPr>
              <a:t>• Vaporii formeaza norii</a:t>
            </a:r>
          </a:p>
          <a:p>
            <a:r>
              <a:rPr sz="2400">
                <a:latin typeface="Calibri"/>
              </a:rPr>
              <a:t>• Norii aduc ploaia</a:t>
            </a:r>
          </a:p>
          <a:p>
            <a:r>
              <a:rPr sz="2400">
                <a:latin typeface="Calibri"/>
              </a:rPr>
              <a:t>• Apa ajunge in rauri</a:t>
            </a:r>
          </a:p>
        </p:txBody>
      </p:sp>
      <p:pic>
        <p:nvPicPr>
          <p:cNvPr id="4" name="Picture 3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821527" cy="4366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3366"/>
                </a:solidFill>
                <a:latin typeface="Calibri"/>
              </a:rPr>
              <a:t>Gresit: tras de latura</a:t>
            </a:r>
          </a:p>
        </p:txBody>
      </p:sp>
      <p:pic>
        <p:nvPicPr>
          <p:cNvPr id="3" name="Picture 2" descr="poza_8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